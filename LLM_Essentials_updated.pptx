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0" r:id="rId7"/>
    <p:sldId id="277" r:id="rId8"/>
    <p:sldId id="264" r:id="rId9"/>
    <p:sldId id="283" r:id="rId10"/>
    <p:sldId id="265" r:id="rId11"/>
    <p:sldId id="268" r:id="rId12"/>
    <p:sldId id="270" r:id="rId13"/>
    <p:sldId id="279" r:id="rId14"/>
    <p:sldId id="280" r:id="rId15"/>
    <p:sldId id="282" r:id="rId16"/>
    <p:sldId id="281" r:id="rId17"/>
    <p:sldId id="271" r:id="rId18"/>
    <p:sldId id="272" r:id="rId19"/>
    <p:sldId id="276" r:id="rId20"/>
    <p:sldId id="28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56B4BA-D4D2-B645-A16D-0AED7A83FD72}">
          <p14:sldIdLst>
            <p14:sldId id="256"/>
            <p14:sldId id="257"/>
            <p14:sldId id="258"/>
            <p14:sldId id="259"/>
            <p14:sldId id="263"/>
            <p14:sldId id="260"/>
            <p14:sldId id="277"/>
            <p14:sldId id="264"/>
            <p14:sldId id="283"/>
            <p14:sldId id="265"/>
            <p14:sldId id="268"/>
            <p14:sldId id="270"/>
            <p14:sldId id="279"/>
            <p14:sldId id="280"/>
            <p14:sldId id="282"/>
            <p14:sldId id="281"/>
            <p14:sldId id="271"/>
            <p14:sldId id="272"/>
            <p14:sldId id="276"/>
          </p14:sldIdLst>
        </p14:section>
        <p14:section name="Appendix" id="{5C084D4D-0EDF-2B43-840A-4D0FF5B935AA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C0F25-273A-314A-9966-9963449E6CA6}" v="35" dt="2026-04-07T05:30:36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70" d="100"/>
          <a:sy n="170" d="100"/>
        </p:scale>
        <p:origin x="50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qi Yang" userId="f6871e969a043391" providerId="LiveId" clId="{388DEC17-A882-55C3-A2F9-E33370200D2C}"/>
    <pc:docChg chg="undo custSel addSld delSld modSld sldOrd addSection modSection">
      <pc:chgData name="Zhenqi Yang" userId="f6871e969a043391" providerId="LiveId" clId="{388DEC17-A882-55C3-A2F9-E33370200D2C}" dt="2026-04-07T05:46:32.857" v="898" actId="20578"/>
      <pc:docMkLst>
        <pc:docMk/>
      </pc:docMkLst>
      <pc:sldChg chg="modSp mod">
        <pc:chgData name="Zhenqi Yang" userId="f6871e969a043391" providerId="LiveId" clId="{388DEC17-A882-55C3-A2F9-E33370200D2C}" dt="2026-04-07T05:03:54.070" v="1" actId="208"/>
        <pc:sldMkLst>
          <pc:docMk/>
          <pc:sldMk cId="0" sldId="260"/>
        </pc:sldMkLst>
        <pc:spChg chg="mod">
          <ac:chgData name="Zhenqi Yang" userId="f6871e969a043391" providerId="LiveId" clId="{388DEC17-A882-55C3-A2F9-E33370200D2C}" dt="2026-04-07T05:03:51.028" v="0" actId="208"/>
          <ac:spMkLst>
            <pc:docMk/>
            <pc:sldMk cId="0" sldId="260"/>
            <ac:spMk id="36" creationId="{18D19EC3-8850-DE3E-5500-459FFBBB2AAA}"/>
          </ac:spMkLst>
        </pc:spChg>
        <pc:spChg chg="mod">
          <ac:chgData name="Zhenqi Yang" userId="f6871e969a043391" providerId="LiveId" clId="{388DEC17-A882-55C3-A2F9-E33370200D2C}" dt="2026-04-07T05:03:54.070" v="1" actId="208"/>
          <ac:spMkLst>
            <pc:docMk/>
            <pc:sldMk cId="0" sldId="260"/>
            <ac:spMk id="37" creationId="{A97D58AB-BE95-627C-E510-D0A759A77F07}"/>
          </ac:spMkLst>
        </pc:spChg>
      </pc:sldChg>
      <pc:sldChg chg="modSp mod">
        <pc:chgData name="Zhenqi Yang" userId="f6871e969a043391" providerId="LiveId" clId="{388DEC17-A882-55C3-A2F9-E33370200D2C}" dt="2026-04-07T05:05:36.515" v="64" actId="20577"/>
        <pc:sldMkLst>
          <pc:docMk/>
          <pc:sldMk cId="0" sldId="264"/>
        </pc:sldMkLst>
        <pc:spChg chg="mod">
          <ac:chgData name="Zhenqi Yang" userId="f6871e969a043391" providerId="LiveId" clId="{388DEC17-A882-55C3-A2F9-E33370200D2C}" dt="2026-04-07T05:05:36.515" v="64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Zhenqi Yang" userId="f6871e969a043391" providerId="LiveId" clId="{388DEC17-A882-55C3-A2F9-E33370200D2C}" dt="2026-04-07T05:05:45.205" v="67" actId="20577"/>
        <pc:sldMkLst>
          <pc:docMk/>
          <pc:sldMk cId="0" sldId="265"/>
        </pc:sldMkLst>
        <pc:spChg chg="mod">
          <ac:chgData name="Zhenqi Yang" userId="f6871e969a043391" providerId="LiveId" clId="{388DEC17-A882-55C3-A2F9-E33370200D2C}" dt="2026-04-07T05:05:45.205" v="67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04:36.923" v="2" actId="1076"/>
          <ac:spMkLst>
            <pc:docMk/>
            <pc:sldMk cId="0" sldId="265"/>
            <ac:spMk id="23" creationId="{00000000-0000-0000-0000-000000000000}"/>
          </ac:spMkLst>
        </pc:spChg>
      </pc:sldChg>
      <pc:sldChg chg="ord">
        <pc:chgData name="Zhenqi Yang" userId="f6871e969a043391" providerId="LiveId" clId="{388DEC17-A882-55C3-A2F9-E33370200D2C}" dt="2026-04-07T05:09:15.625" v="161" actId="20578"/>
        <pc:sldMkLst>
          <pc:docMk/>
          <pc:sldMk cId="0" sldId="268"/>
        </pc:sldMkLst>
      </pc:sldChg>
      <pc:sldChg chg="addSp delSp modSp mod ord">
        <pc:chgData name="Zhenqi Yang" userId="f6871e969a043391" providerId="LiveId" clId="{388DEC17-A882-55C3-A2F9-E33370200D2C}" dt="2026-04-07T05:46:32.857" v="898" actId="20578"/>
        <pc:sldMkLst>
          <pc:docMk/>
          <pc:sldMk cId="0" sldId="270"/>
        </pc:sldMkLst>
        <pc:spChg chg="del">
          <ac:chgData name="Zhenqi Yang" userId="f6871e969a043391" providerId="LiveId" clId="{388DEC17-A882-55C3-A2F9-E33370200D2C}" dt="2026-04-07T05:10:43.239" v="167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Zhenqi Yang" userId="f6871e969a043391" providerId="LiveId" clId="{388DEC17-A882-55C3-A2F9-E33370200D2C}" dt="2026-04-07T05:10:43.239" v="167" actId="478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Zhenqi Yang" userId="f6871e969a043391" providerId="LiveId" clId="{388DEC17-A882-55C3-A2F9-E33370200D2C}" dt="2026-04-07T05:10:43.785" v="168"/>
          <ac:spMkLst>
            <pc:docMk/>
            <pc:sldMk cId="0" sldId="270"/>
            <ac:spMk id="26" creationId="{283EC638-E9D1-E3AB-1E2D-A1881FF06624}"/>
          </ac:spMkLst>
        </pc:spChg>
        <pc:spChg chg="add mod">
          <ac:chgData name="Zhenqi Yang" userId="f6871e969a043391" providerId="LiveId" clId="{388DEC17-A882-55C3-A2F9-E33370200D2C}" dt="2026-04-07T05:10:43.785" v="168"/>
          <ac:spMkLst>
            <pc:docMk/>
            <pc:sldMk cId="0" sldId="270"/>
            <ac:spMk id="27" creationId="{8BA85B74-29FD-4042-AA51-6AA8AFF523AE}"/>
          </ac:spMkLst>
        </pc:spChg>
      </pc:sldChg>
      <pc:sldChg chg="modSp mod">
        <pc:chgData name="Zhenqi Yang" userId="f6871e969a043391" providerId="LiveId" clId="{388DEC17-A882-55C3-A2F9-E33370200D2C}" dt="2026-04-07T05:11:18.206" v="205" actId="20577"/>
        <pc:sldMkLst>
          <pc:docMk/>
          <pc:sldMk cId="0" sldId="271"/>
        </pc:sldMkLst>
        <pc:spChg chg="mod">
          <ac:chgData name="Zhenqi Yang" userId="f6871e969a043391" providerId="LiveId" clId="{388DEC17-A882-55C3-A2F9-E33370200D2C}" dt="2026-04-07T05:11:18.206" v="205" actId="20577"/>
          <ac:spMkLst>
            <pc:docMk/>
            <pc:sldMk cId="0" sldId="271"/>
            <ac:spMk id="5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11:10.325" v="203" actId="20577"/>
          <ac:spMkLst>
            <pc:docMk/>
            <pc:sldMk cId="0" sldId="271"/>
            <ac:spMk id="7" creationId="{00000000-0000-0000-0000-000000000000}"/>
          </ac:spMkLst>
        </pc:spChg>
      </pc:sldChg>
      <pc:sldChg chg="addSp delSp modSp mod">
        <pc:chgData name="Zhenqi Yang" userId="f6871e969a043391" providerId="LiveId" clId="{388DEC17-A882-55C3-A2F9-E33370200D2C}" dt="2026-04-07T05:45:02.815" v="897" actId="1076"/>
        <pc:sldMkLst>
          <pc:docMk/>
          <pc:sldMk cId="0" sldId="272"/>
        </pc:sldMkLst>
        <pc:spChg chg="del">
          <ac:chgData name="Zhenqi Yang" userId="f6871e969a043391" providerId="LiveId" clId="{388DEC17-A882-55C3-A2F9-E33370200D2C}" dt="2026-04-07T05:29:02.313" v="487" actId="478"/>
          <ac:spMkLst>
            <pc:docMk/>
            <pc:sldMk cId="0" sldId="272"/>
            <ac:spMk id="4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0:49.922" v="794" actId="20577"/>
          <ac:spMkLst>
            <pc:docMk/>
            <pc:sldMk cId="0" sldId="272"/>
            <ac:spMk id="9" creationId="{00000000-0000-0000-0000-000000000000}"/>
          </ac:spMkLst>
        </pc:spChg>
        <pc:spChg chg="del">
          <ac:chgData name="Zhenqi Yang" userId="f6871e969a043391" providerId="LiveId" clId="{388DEC17-A882-55C3-A2F9-E33370200D2C}" dt="2026-04-07T05:26:56.557" v="355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Zhenqi Yang" userId="f6871e969a043391" providerId="LiveId" clId="{388DEC17-A882-55C3-A2F9-E33370200D2C}" dt="2026-04-07T05:26:56.557" v="355" actId="478"/>
          <ac:spMkLst>
            <pc:docMk/>
            <pc:sldMk cId="0" sldId="272"/>
            <ac:spMk id="11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29:58.803" v="496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39:53.234" v="756" actId="1410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0:22.977" v="783" actId="20577"/>
          <ac:spMkLst>
            <pc:docMk/>
            <pc:sldMk cId="0" sldId="272"/>
            <ac:spMk id="16" creationId="{00000000-0000-0000-0000-000000000000}"/>
          </ac:spMkLst>
        </pc:spChg>
        <pc:spChg chg="del">
          <ac:chgData name="Zhenqi Yang" userId="f6871e969a043391" providerId="LiveId" clId="{388DEC17-A882-55C3-A2F9-E33370200D2C}" dt="2026-04-07T05:26:47.240" v="352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Zhenqi Yang" userId="f6871e969a043391" providerId="LiveId" clId="{388DEC17-A882-55C3-A2F9-E33370200D2C}" dt="2026-04-07T05:26:47.240" v="352" actId="478"/>
          <ac:spMkLst>
            <pc:docMk/>
            <pc:sldMk cId="0" sldId="272"/>
            <ac:spMk id="18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39.414" v="893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45.696" v="894" actId="107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45.696" v="894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51.381" v="895" actId="1076"/>
          <ac:spMkLst>
            <pc:docMk/>
            <pc:sldMk cId="0" sldId="272"/>
            <ac:spMk id="27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51.381" v="895" actId="1076"/>
          <ac:spMkLst>
            <pc:docMk/>
            <pc:sldMk cId="0" sldId="272"/>
            <ac:spMk id="29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51.381" v="895" actId="1076"/>
          <ac:spMkLst>
            <pc:docMk/>
            <pc:sldMk cId="0" sldId="272"/>
            <ac:spMk id="31" creationId="{00000000-0000-0000-0000-000000000000}"/>
          </ac:spMkLst>
        </pc:spChg>
        <pc:spChg chg="mod">
          <ac:chgData name="Zhenqi Yang" userId="f6871e969a043391" providerId="LiveId" clId="{388DEC17-A882-55C3-A2F9-E33370200D2C}" dt="2026-04-07T05:44:51.381" v="895" actId="1076"/>
          <ac:spMkLst>
            <pc:docMk/>
            <pc:sldMk cId="0" sldId="272"/>
            <ac:spMk id="32" creationId="{00000000-0000-0000-0000-000000000000}"/>
          </ac:spMkLst>
        </pc:spChg>
        <pc:spChg chg="del mod">
          <ac:chgData name="Zhenqi Yang" userId="f6871e969a043391" providerId="LiveId" clId="{388DEC17-A882-55C3-A2F9-E33370200D2C}" dt="2026-04-07T05:44:31.812" v="892" actId="478"/>
          <ac:spMkLst>
            <pc:docMk/>
            <pc:sldMk cId="0" sldId="272"/>
            <ac:spMk id="33" creationId="{00000000-0000-0000-0000-000000000000}"/>
          </ac:spMkLst>
        </pc:spChg>
        <pc:spChg chg="del mod">
          <ac:chgData name="Zhenqi Yang" userId="f6871e969a043391" providerId="LiveId" clId="{388DEC17-A882-55C3-A2F9-E33370200D2C}" dt="2026-04-07T05:44:31.812" v="892" actId="478"/>
          <ac:spMkLst>
            <pc:docMk/>
            <pc:sldMk cId="0" sldId="272"/>
            <ac:spMk id="34" creationId="{00000000-0000-0000-0000-000000000000}"/>
          </ac:spMkLst>
        </pc:spChg>
        <pc:spChg chg="del mod">
          <ac:chgData name="Zhenqi Yang" userId="f6871e969a043391" providerId="LiveId" clId="{388DEC17-A882-55C3-A2F9-E33370200D2C}" dt="2026-04-07T05:44:31.812" v="892" actId="478"/>
          <ac:spMkLst>
            <pc:docMk/>
            <pc:sldMk cId="0" sldId="272"/>
            <ac:spMk id="36" creationId="{00000000-0000-0000-0000-000000000000}"/>
          </ac:spMkLst>
        </pc:spChg>
        <pc:spChg chg="del mod">
          <ac:chgData name="Zhenqi Yang" userId="f6871e969a043391" providerId="LiveId" clId="{388DEC17-A882-55C3-A2F9-E33370200D2C}" dt="2026-04-07T05:44:31.812" v="892" actId="478"/>
          <ac:spMkLst>
            <pc:docMk/>
            <pc:sldMk cId="0" sldId="272"/>
            <ac:spMk id="37" creationId="{00000000-0000-0000-0000-000000000000}"/>
          </ac:spMkLst>
        </pc:spChg>
        <pc:spChg chg="del mod">
          <ac:chgData name="Zhenqi Yang" userId="f6871e969a043391" providerId="LiveId" clId="{388DEC17-A882-55C3-A2F9-E33370200D2C}" dt="2026-04-07T05:30:35.678" v="501" actId="478"/>
          <ac:spMkLst>
            <pc:docMk/>
            <pc:sldMk cId="0" sldId="272"/>
            <ac:spMk id="38" creationId="{00000000-0000-0000-0000-000000000000}"/>
          </ac:spMkLst>
        </pc:spChg>
        <pc:spChg chg="del mod">
          <ac:chgData name="Zhenqi Yang" userId="f6871e969a043391" providerId="LiveId" clId="{388DEC17-A882-55C3-A2F9-E33370200D2C}" dt="2026-04-07T05:30:35.678" v="501" actId="478"/>
          <ac:spMkLst>
            <pc:docMk/>
            <pc:sldMk cId="0" sldId="272"/>
            <ac:spMk id="39" creationId="{00000000-0000-0000-0000-000000000000}"/>
          </ac:spMkLst>
        </pc:spChg>
        <pc:spChg chg="add 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40" creationId="{BFE8A90E-0B5F-337D-77CF-5DEE35E242FF}"/>
          </ac:spMkLst>
        </pc:spChg>
        <pc:spChg chg="add mod">
          <ac:chgData name="Zhenqi Yang" userId="f6871e969a043391" providerId="LiveId" clId="{388DEC17-A882-55C3-A2F9-E33370200D2C}" dt="2026-04-07T05:45:02.815" v="897" actId="1076"/>
          <ac:spMkLst>
            <pc:docMk/>
            <pc:sldMk cId="0" sldId="272"/>
            <ac:spMk id="41" creationId="{B96FEAB3-8E53-6930-AE60-BFA59C0EBED7}"/>
          </ac:spMkLst>
        </pc:spChg>
        <pc:spChg chg="add mod">
          <ac:chgData name="Zhenqi Yang" userId="f6871e969a043391" providerId="LiveId" clId="{388DEC17-A882-55C3-A2F9-E33370200D2C}" dt="2026-04-07T05:27:02.675" v="357" actId="1076"/>
          <ac:spMkLst>
            <pc:docMk/>
            <pc:sldMk cId="0" sldId="272"/>
            <ac:spMk id="42" creationId="{852CE0A0-DAF0-8F30-CB3D-26C37FDEEA4E}"/>
          </ac:spMkLst>
        </pc:spChg>
        <pc:spChg chg="add mod">
          <ac:chgData name="Zhenqi Yang" userId="f6871e969a043391" providerId="LiveId" clId="{388DEC17-A882-55C3-A2F9-E33370200D2C}" dt="2026-04-07T05:27:02.675" v="357" actId="1076"/>
          <ac:spMkLst>
            <pc:docMk/>
            <pc:sldMk cId="0" sldId="272"/>
            <ac:spMk id="43" creationId="{C01541D1-7A0D-3045-0C32-38C4DFD6C479}"/>
          </ac:spMkLst>
        </pc:spChg>
        <pc:spChg chg="add mod">
          <ac:chgData name="Zhenqi Yang" userId="f6871e969a043391" providerId="LiveId" clId="{388DEC17-A882-55C3-A2F9-E33370200D2C}" dt="2026-04-07T05:29:27.214" v="490"/>
          <ac:spMkLst>
            <pc:docMk/>
            <pc:sldMk cId="0" sldId="272"/>
            <ac:spMk id="44" creationId="{D7801A33-FA27-9857-6BEE-147A1AA6FE51}"/>
          </ac:spMkLst>
        </pc:spChg>
        <pc:spChg chg="add mod">
          <ac:chgData name="Zhenqi Yang" userId="f6871e969a043391" providerId="LiveId" clId="{388DEC17-A882-55C3-A2F9-E33370200D2C}" dt="2026-04-07T05:29:27.214" v="490"/>
          <ac:spMkLst>
            <pc:docMk/>
            <pc:sldMk cId="0" sldId="272"/>
            <ac:spMk id="45" creationId="{F4F2091C-2F61-0C30-44BB-A3A30F221BE7}"/>
          </ac:spMkLst>
        </pc:spChg>
        <pc:spChg chg="add mod">
          <ac:chgData name="Zhenqi Yang" userId="f6871e969a043391" providerId="LiveId" clId="{388DEC17-A882-55C3-A2F9-E33370200D2C}" dt="2026-04-07T05:29:27.214" v="490"/>
          <ac:spMkLst>
            <pc:docMk/>
            <pc:sldMk cId="0" sldId="272"/>
            <ac:spMk id="47" creationId="{0AB45B72-CB47-9FD0-B301-5674368509F2}"/>
          </ac:spMkLst>
        </pc:spChg>
        <pc:spChg chg="add mod">
          <ac:chgData name="Zhenqi Yang" userId="f6871e969a043391" providerId="LiveId" clId="{388DEC17-A882-55C3-A2F9-E33370200D2C}" dt="2026-04-07T05:29:27.214" v="490"/>
          <ac:spMkLst>
            <pc:docMk/>
            <pc:sldMk cId="0" sldId="272"/>
            <ac:spMk id="48" creationId="{67CFB07E-045C-BABC-CFB4-FF448DCE7EE9}"/>
          </ac:spMkLst>
        </pc:spChg>
        <pc:spChg chg="add mod">
          <ac:chgData name="Zhenqi Yang" userId="f6871e969a043391" providerId="LiveId" clId="{388DEC17-A882-55C3-A2F9-E33370200D2C}" dt="2026-04-07T05:29:27.214" v="490"/>
          <ac:spMkLst>
            <pc:docMk/>
            <pc:sldMk cId="0" sldId="272"/>
            <ac:spMk id="49" creationId="{783DF9AD-7E7B-D8C8-D02C-85955458ED65}"/>
          </ac:spMkLst>
        </pc:spChg>
        <pc:spChg chg="add mod">
          <ac:chgData name="Zhenqi Yang" userId="f6871e969a043391" providerId="LiveId" clId="{388DEC17-A882-55C3-A2F9-E33370200D2C}" dt="2026-04-07T05:29:27.214" v="490"/>
          <ac:spMkLst>
            <pc:docMk/>
            <pc:sldMk cId="0" sldId="272"/>
            <ac:spMk id="50" creationId="{8CC22B96-82C0-472D-D1DF-05D6408BDB57}"/>
          </ac:spMkLst>
        </pc:spChg>
        <pc:spChg chg="add mod">
          <ac:chgData name="Zhenqi Yang" userId="f6871e969a043391" providerId="LiveId" clId="{388DEC17-A882-55C3-A2F9-E33370200D2C}" dt="2026-04-07T05:44:57.083" v="896" actId="1076"/>
          <ac:spMkLst>
            <pc:docMk/>
            <pc:sldMk cId="0" sldId="272"/>
            <ac:spMk id="51" creationId="{D896A148-D03E-1DE9-293D-906B3C0BFA4F}"/>
          </ac:spMkLst>
        </pc:spChg>
        <pc:spChg chg="add mod">
          <ac:chgData name="Zhenqi Yang" userId="f6871e969a043391" providerId="LiveId" clId="{388DEC17-A882-55C3-A2F9-E33370200D2C}" dt="2026-04-07T05:44:57.083" v="896" actId="1076"/>
          <ac:spMkLst>
            <pc:docMk/>
            <pc:sldMk cId="0" sldId="272"/>
            <ac:spMk id="52" creationId="{495125C7-F990-2985-38D4-5E9D27D9DB97}"/>
          </ac:spMkLst>
        </pc:spChg>
        <pc:spChg chg="add mod">
          <ac:chgData name="Zhenqi Yang" userId="f6871e969a043391" providerId="LiveId" clId="{388DEC17-A882-55C3-A2F9-E33370200D2C}" dt="2026-04-07T05:44:57.083" v="896" actId="1076"/>
          <ac:spMkLst>
            <pc:docMk/>
            <pc:sldMk cId="0" sldId="272"/>
            <ac:spMk id="54" creationId="{88E3163D-0E2F-34C3-CBCE-16FFA0461FA2}"/>
          </ac:spMkLst>
        </pc:spChg>
        <pc:spChg chg="add mod">
          <ac:chgData name="Zhenqi Yang" userId="f6871e969a043391" providerId="LiveId" clId="{388DEC17-A882-55C3-A2F9-E33370200D2C}" dt="2026-04-07T05:44:57.083" v="896" actId="1076"/>
          <ac:spMkLst>
            <pc:docMk/>
            <pc:sldMk cId="0" sldId="272"/>
            <ac:spMk id="55" creationId="{568657FF-E093-219B-13A5-4D348ECBDAE0}"/>
          </ac:spMkLst>
        </pc:spChg>
        <pc:spChg chg="add mod">
          <ac:chgData name="Zhenqi Yang" userId="f6871e969a043391" providerId="LiveId" clId="{388DEC17-A882-55C3-A2F9-E33370200D2C}" dt="2026-04-07T05:44:57.083" v="896" actId="1076"/>
          <ac:spMkLst>
            <pc:docMk/>
            <pc:sldMk cId="0" sldId="272"/>
            <ac:spMk id="56" creationId="{8918E96C-B9BD-F60E-985D-4DC0A1EA344F}"/>
          </ac:spMkLst>
        </pc:spChg>
        <pc:spChg chg="add mod">
          <ac:chgData name="Zhenqi Yang" userId="f6871e969a043391" providerId="LiveId" clId="{388DEC17-A882-55C3-A2F9-E33370200D2C}" dt="2026-04-07T05:44:57.083" v="896" actId="1076"/>
          <ac:spMkLst>
            <pc:docMk/>
            <pc:sldMk cId="0" sldId="272"/>
            <ac:spMk id="57" creationId="{E635CACA-9FAD-2C35-7D93-61C89D526563}"/>
          </ac:spMkLst>
        </pc:spChg>
        <pc:spChg chg="add del mod">
          <ac:chgData name="Zhenqi Yang" userId="f6871e969a043391" providerId="LiveId" clId="{388DEC17-A882-55C3-A2F9-E33370200D2C}" dt="2026-04-07T05:44:31.812" v="892" actId="478"/>
          <ac:spMkLst>
            <pc:docMk/>
            <pc:sldMk cId="0" sldId="272"/>
            <ac:spMk id="58" creationId="{ABE84226-F4A9-9053-8A4E-364833F7A9A1}"/>
          </ac:spMkLst>
        </pc:spChg>
        <pc:spChg chg="add del mod">
          <ac:chgData name="Zhenqi Yang" userId="f6871e969a043391" providerId="LiveId" clId="{388DEC17-A882-55C3-A2F9-E33370200D2C}" dt="2026-04-07T05:44:31.812" v="892" actId="478"/>
          <ac:spMkLst>
            <pc:docMk/>
            <pc:sldMk cId="0" sldId="272"/>
            <ac:spMk id="59" creationId="{0C025B82-EFCC-46B8-F1B6-9AFF0C0EBDBF}"/>
          </ac:spMkLst>
        </pc:spChg>
        <pc:picChg chg="mod">
          <ac:chgData name="Zhenqi Yang" userId="f6871e969a043391" providerId="LiveId" clId="{388DEC17-A882-55C3-A2F9-E33370200D2C}" dt="2026-04-07T05:29:58.803" v="496" actId="1076"/>
          <ac:picMkLst>
            <pc:docMk/>
            <pc:sldMk cId="0" sldId="272"/>
            <ac:picMk id="14" creationId="{00000000-0000-0000-0000-000000000000}"/>
          </ac:picMkLst>
        </pc:picChg>
        <pc:picChg chg="mod">
          <ac:chgData name="Zhenqi Yang" userId="f6871e969a043391" providerId="LiveId" clId="{388DEC17-A882-55C3-A2F9-E33370200D2C}" dt="2026-04-07T05:30:06.653" v="497" actId="1076"/>
          <ac:picMkLst>
            <pc:docMk/>
            <pc:sldMk cId="0" sldId="272"/>
            <ac:picMk id="21" creationId="{00000000-0000-0000-0000-000000000000}"/>
          </ac:picMkLst>
        </pc:picChg>
        <pc:picChg chg="mod">
          <ac:chgData name="Zhenqi Yang" userId="f6871e969a043391" providerId="LiveId" clId="{388DEC17-A882-55C3-A2F9-E33370200D2C}" dt="2026-04-07T05:44:51.381" v="895" actId="1076"/>
          <ac:picMkLst>
            <pc:docMk/>
            <pc:sldMk cId="0" sldId="272"/>
            <ac:picMk id="28" creationId="{00000000-0000-0000-0000-000000000000}"/>
          </ac:picMkLst>
        </pc:picChg>
        <pc:picChg chg="del mod">
          <ac:chgData name="Zhenqi Yang" userId="f6871e969a043391" providerId="LiveId" clId="{388DEC17-A882-55C3-A2F9-E33370200D2C}" dt="2026-04-07T05:44:31.812" v="892" actId="478"/>
          <ac:picMkLst>
            <pc:docMk/>
            <pc:sldMk cId="0" sldId="272"/>
            <ac:picMk id="35" creationId="{00000000-0000-0000-0000-000000000000}"/>
          </ac:picMkLst>
        </pc:picChg>
        <pc:picChg chg="add mod">
          <ac:chgData name="Zhenqi Yang" userId="f6871e969a043391" providerId="LiveId" clId="{388DEC17-A882-55C3-A2F9-E33370200D2C}" dt="2026-04-07T05:29:27.214" v="490"/>
          <ac:picMkLst>
            <pc:docMk/>
            <pc:sldMk cId="0" sldId="272"/>
            <ac:picMk id="46" creationId="{1AA42455-72F2-5074-B957-25C7CE0E2938}"/>
          </ac:picMkLst>
        </pc:picChg>
        <pc:picChg chg="add mod">
          <ac:chgData name="Zhenqi Yang" userId="f6871e969a043391" providerId="LiveId" clId="{388DEC17-A882-55C3-A2F9-E33370200D2C}" dt="2026-04-07T05:44:57.083" v="896" actId="1076"/>
          <ac:picMkLst>
            <pc:docMk/>
            <pc:sldMk cId="0" sldId="272"/>
            <ac:picMk id="53" creationId="{398545FF-9973-C8EA-5F8B-AAD0A24414CF}"/>
          </ac:picMkLst>
        </pc:picChg>
      </pc:sldChg>
      <pc:sldChg chg="del">
        <pc:chgData name="Zhenqi Yang" userId="f6871e969a043391" providerId="LiveId" clId="{388DEC17-A882-55C3-A2F9-E33370200D2C}" dt="2026-04-07T05:12:18.075" v="206" actId="2696"/>
        <pc:sldMkLst>
          <pc:docMk/>
          <pc:sldMk cId="0" sldId="274"/>
        </pc:sldMkLst>
      </pc:sldChg>
      <pc:sldChg chg="ord">
        <pc:chgData name="Zhenqi Yang" userId="f6871e969a043391" providerId="LiveId" clId="{388DEC17-A882-55C3-A2F9-E33370200D2C}" dt="2026-04-07T05:13:46.772" v="273" actId="20578"/>
        <pc:sldMkLst>
          <pc:docMk/>
          <pc:sldMk cId="0" sldId="276"/>
        </pc:sldMkLst>
      </pc:sldChg>
      <pc:sldChg chg="addSp delSp modSp del mod ord">
        <pc:chgData name="Zhenqi Yang" userId="f6871e969a043391" providerId="LiveId" clId="{388DEC17-A882-55C3-A2F9-E33370200D2C}" dt="2026-04-07T05:26:19.549" v="351" actId="2696"/>
        <pc:sldMkLst>
          <pc:docMk/>
          <pc:sldMk cId="831682943" sldId="278"/>
        </pc:sldMkLst>
        <pc:spChg chg="del">
          <ac:chgData name="Zhenqi Yang" userId="f6871e969a043391" providerId="LiveId" clId="{388DEC17-A882-55C3-A2F9-E33370200D2C}" dt="2026-04-07T05:15:17.273" v="323" actId="478"/>
          <ac:spMkLst>
            <pc:docMk/>
            <pc:sldMk cId="831682943" sldId="278"/>
            <ac:spMk id="2" creationId="{1D89699B-C9FE-1B46-950A-CD91AC17EF42}"/>
          </ac:spMkLst>
        </pc:spChg>
        <pc:spChg chg="del mod">
          <ac:chgData name="Zhenqi Yang" userId="f6871e969a043391" providerId="LiveId" clId="{388DEC17-A882-55C3-A2F9-E33370200D2C}" dt="2026-04-07T05:15:17.273" v="323" actId="478"/>
          <ac:spMkLst>
            <pc:docMk/>
            <pc:sldMk cId="831682943" sldId="278"/>
            <ac:spMk id="3" creationId="{B4C4C44D-8EA1-E26E-2D7A-44D7035F3EE8}"/>
          </ac:spMkLst>
        </pc:spChg>
        <pc:spChg chg="mod">
          <ac:chgData name="Zhenqi Yang" userId="f6871e969a043391" providerId="LiveId" clId="{388DEC17-A882-55C3-A2F9-E33370200D2C}" dt="2026-04-07T05:15:26.169" v="349" actId="20577"/>
          <ac:spMkLst>
            <pc:docMk/>
            <pc:sldMk cId="831682943" sldId="278"/>
            <ac:spMk id="4" creationId="{D638731C-DE47-8776-92AB-3E399E57871C}"/>
          </ac:spMkLst>
        </pc:spChg>
        <pc:spChg chg="add mod">
          <ac:chgData name="Zhenqi Yang" userId="f6871e969a043391" providerId="LiveId" clId="{388DEC17-A882-55C3-A2F9-E33370200D2C}" dt="2026-04-07T05:15:17.816" v="324"/>
          <ac:spMkLst>
            <pc:docMk/>
            <pc:sldMk cId="831682943" sldId="278"/>
            <ac:spMk id="6" creationId="{5C9767A5-6796-1282-4F29-894FC5EED3AD}"/>
          </ac:spMkLst>
        </pc:spChg>
        <pc:spChg chg="add mod">
          <ac:chgData name="Zhenqi Yang" userId="f6871e969a043391" providerId="LiveId" clId="{388DEC17-A882-55C3-A2F9-E33370200D2C}" dt="2026-04-07T05:15:17.816" v="324"/>
          <ac:spMkLst>
            <pc:docMk/>
            <pc:sldMk cId="831682943" sldId="278"/>
            <ac:spMk id="7" creationId="{4F79949A-F989-B4C3-3C4D-3F6F57B65250}"/>
          </ac:spMkLst>
        </pc:spChg>
      </pc:sldChg>
      <pc:sldChg chg="addSp delSp modSp mod">
        <pc:chgData name="Zhenqi Yang" userId="f6871e969a043391" providerId="LiveId" clId="{388DEC17-A882-55C3-A2F9-E33370200D2C}" dt="2026-04-07T05:10:19.336" v="162" actId="478"/>
        <pc:sldMkLst>
          <pc:docMk/>
          <pc:sldMk cId="870814007" sldId="279"/>
        </pc:sldMkLst>
        <pc:spChg chg="del">
          <ac:chgData name="Zhenqi Yang" userId="f6871e969a043391" providerId="LiveId" clId="{388DEC17-A882-55C3-A2F9-E33370200D2C}" dt="2026-04-07T05:05:54.563" v="68" actId="478"/>
          <ac:spMkLst>
            <pc:docMk/>
            <pc:sldMk cId="870814007" sldId="279"/>
            <ac:spMk id="2" creationId="{916F9FCB-086D-9B6D-0DF9-0DB44123509E}"/>
          </ac:spMkLst>
        </pc:spChg>
        <pc:spChg chg="del mod">
          <ac:chgData name="Zhenqi Yang" userId="f6871e969a043391" providerId="LiveId" clId="{388DEC17-A882-55C3-A2F9-E33370200D2C}" dt="2026-04-07T05:06:13.689" v="71" actId="478"/>
          <ac:spMkLst>
            <pc:docMk/>
            <pc:sldMk cId="870814007" sldId="279"/>
            <ac:spMk id="3" creationId="{07C1B48C-E802-805F-92BD-5B797D044227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7" creationId="{582595CA-5EDA-7F50-A540-54F6D2B8EA1C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12" creationId="{ABC94FCE-5790-F4F0-C10B-BE0CD10009E6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14" creationId="{0BAB390A-B0E0-7484-FD84-26EC9DF8B43B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15" creationId="{F5BB7DB3-2610-EC02-4E9C-241E98D79A24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16" creationId="{92C4867E-393B-57D1-EBCC-E2AF1CD80412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19" creationId="{657BC8BA-4B37-AD3C-A69D-7984329D06C9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21" creationId="{7877753A-6882-0A62-E934-DE25E01123EA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22" creationId="{238F5D08-4749-46D4-3E96-D919761C9783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24" creationId="{B3B4E794-80D9-54B6-D587-CC1F0B83C531}"/>
          </ac:spMkLst>
        </pc:spChg>
        <pc:spChg chg="del">
          <ac:chgData name="Zhenqi Yang" userId="f6871e969a043391" providerId="LiveId" clId="{388DEC17-A882-55C3-A2F9-E33370200D2C}" dt="2026-04-07T05:10:19.336" v="162" actId="478"/>
          <ac:spMkLst>
            <pc:docMk/>
            <pc:sldMk cId="870814007" sldId="279"/>
            <ac:spMk id="25" creationId="{B889A281-A52C-C266-CCDD-F7160485E7A2}"/>
          </ac:spMkLst>
        </pc:spChg>
        <pc:spChg chg="add del mod">
          <ac:chgData name="Zhenqi Yang" userId="f6871e969a043391" providerId="LiveId" clId="{388DEC17-A882-55C3-A2F9-E33370200D2C}" dt="2026-04-07T05:06:13.689" v="71" actId="478"/>
          <ac:spMkLst>
            <pc:docMk/>
            <pc:sldMk cId="870814007" sldId="279"/>
            <ac:spMk id="26" creationId="{55F889D8-12BB-2345-A8CF-480D30FDCB47}"/>
          </ac:spMkLst>
        </pc:spChg>
        <pc:spChg chg="add mod">
          <ac:chgData name="Zhenqi Yang" userId="f6871e969a043391" providerId="LiveId" clId="{388DEC17-A882-55C3-A2F9-E33370200D2C}" dt="2026-04-07T05:06:21.192" v="72"/>
          <ac:spMkLst>
            <pc:docMk/>
            <pc:sldMk cId="870814007" sldId="279"/>
            <ac:spMk id="27" creationId="{C3DEF141-6F45-0A24-FE66-2B5464AFAD61}"/>
          </ac:spMkLst>
        </pc:spChg>
        <pc:spChg chg="add mod">
          <ac:chgData name="Zhenqi Yang" userId="f6871e969a043391" providerId="LiveId" clId="{388DEC17-A882-55C3-A2F9-E33370200D2C}" dt="2026-04-07T05:06:21.192" v="72"/>
          <ac:spMkLst>
            <pc:docMk/>
            <pc:sldMk cId="870814007" sldId="279"/>
            <ac:spMk id="28" creationId="{4D575641-5DFD-E2F1-50C7-50042E8F9356}"/>
          </ac:spMkLst>
        </pc:spChg>
      </pc:sldChg>
      <pc:sldChg chg="addSp delSp modSp mod">
        <pc:chgData name="Zhenqi Yang" userId="f6871e969a043391" providerId="LiveId" clId="{388DEC17-A882-55C3-A2F9-E33370200D2C}" dt="2026-04-07T05:06:26.345" v="74"/>
        <pc:sldMkLst>
          <pc:docMk/>
          <pc:sldMk cId="986993702" sldId="280"/>
        </pc:sldMkLst>
        <pc:spChg chg="del">
          <ac:chgData name="Zhenqi Yang" userId="f6871e969a043391" providerId="LiveId" clId="{388DEC17-A882-55C3-A2F9-E33370200D2C}" dt="2026-04-07T05:05:08.243" v="6" actId="478"/>
          <ac:spMkLst>
            <pc:docMk/>
            <pc:sldMk cId="986993702" sldId="280"/>
            <ac:spMk id="2" creationId="{B80351B3-D302-BE34-954D-7A0C08225BF1}"/>
          </ac:spMkLst>
        </pc:spChg>
        <pc:spChg chg="del">
          <ac:chgData name="Zhenqi Yang" userId="f6871e969a043391" providerId="LiveId" clId="{388DEC17-A882-55C3-A2F9-E33370200D2C}" dt="2026-04-07T05:06:25.750" v="73" actId="478"/>
          <ac:spMkLst>
            <pc:docMk/>
            <pc:sldMk cId="986993702" sldId="280"/>
            <ac:spMk id="3" creationId="{CD5BCD6A-FCEB-8D27-05CE-0761A65BB795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6" creationId="{956318A5-3EFC-A9B0-1F89-44E3ED597900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7" creationId="{5438460D-33D5-9102-740C-2B5982BF6D28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9" creationId="{007039A0-8C39-72A4-E228-B9FAC515226D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17" creationId="{4B4A5DDA-8CA4-4967-3BAA-4A9F005C2266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19" creationId="{265BA1C7-7607-BF0D-385D-B56CC02CA6E9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20" creationId="{D497503A-28E1-54ED-2E0A-8ABCBE432068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21" creationId="{FC9DE1E7-902F-1E3A-C128-FD492D4595AD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22" creationId="{1BD5FE2E-558F-B759-6E60-558E9B132D42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24" creationId="{A3771CEE-314F-6547-3CD5-2AEE7F98DC3C}"/>
          </ac:spMkLst>
        </pc:spChg>
        <pc:spChg chg="del">
          <ac:chgData name="Zhenqi Yang" userId="f6871e969a043391" providerId="LiveId" clId="{388DEC17-A882-55C3-A2F9-E33370200D2C}" dt="2026-04-07T05:04:58.653" v="5" actId="478"/>
          <ac:spMkLst>
            <pc:docMk/>
            <pc:sldMk cId="986993702" sldId="280"/>
            <ac:spMk id="25" creationId="{3C2D459F-18BD-1FA9-0EA6-C2414B203945}"/>
          </ac:spMkLst>
        </pc:spChg>
        <pc:spChg chg="add del mod">
          <ac:chgData name="Zhenqi Yang" userId="f6871e969a043391" providerId="LiveId" clId="{388DEC17-A882-55C3-A2F9-E33370200D2C}" dt="2026-04-07T05:06:25.750" v="73" actId="478"/>
          <ac:spMkLst>
            <pc:docMk/>
            <pc:sldMk cId="986993702" sldId="280"/>
            <ac:spMk id="26" creationId="{BC8882CF-664C-945E-EDF9-CDA2BCA184CC}"/>
          </ac:spMkLst>
        </pc:spChg>
        <pc:spChg chg="add mod">
          <ac:chgData name="Zhenqi Yang" userId="f6871e969a043391" providerId="LiveId" clId="{388DEC17-A882-55C3-A2F9-E33370200D2C}" dt="2026-04-07T05:06:26.345" v="74"/>
          <ac:spMkLst>
            <pc:docMk/>
            <pc:sldMk cId="986993702" sldId="280"/>
            <ac:spMk id="27" creationId="{42FC16F3-C6E0-A011-9967-C15BC76BBB49}"/>
          </ac:spMkLst>
        </pc:spChg>
        <pc:spChg chg="add mod">
          <ac:chgData name="Zhenqi Yang" userId="f6871e969a043391" providerId="LiveId" clId="{388DEC17-A882-55C3-A2F9-E33370200D2C}" dt="2026-04-07T05:06:26.345" v="74"/>
          <ac:spMkLst>
            <pc:docMk/>
            <pc:sldMk cId="986993702" sldId="280"/>
            <ac:spMk id="28" creationId="{7AC449E7-2EA1-150C-69BC-3BB1ABA1E26F}"/>
          </ac:spMkLst>
        </pc:spChg>
      </pc:sldChg>
      <pc:sldChg chg="addSp delSp modSp mod">
        <pc:chgData name="Zhenqi Yang" userId="f6871e969a043391" providerId="LiveId" clId="{388DEC17-A882-55C3-A2F9-E33370200D2C}" dt="2026-04-07T05:10:38.765" v="166" actId="478"/>
        <pc:sldMkLst>
          <pc:docMk/>
          <pc:sldMk cId="4198634370" sldId="281"/>
        </pc:sldMkLst>
        <pc:spChg chg="del">
          <ac:chgData name="Zhenqi Yang" userId="f6871e969a043391" providerId="LiveId" clId="{388DEC17-A882-55C3-A2F9-E33370200D2C}" dt="2026-04-07T05:06:34.548" v="75" actId="478"/>
          <ac:spMkLst>
            <pc:docMk/>
            <pc:sldMk cId="4198634370" sldId="281"/>
            <ac:spMk id="2" creationId="{6978A356-679C-96B6-6399-E23A975D6001}"/>
          </ac:spMkLst>
        </pc:spChg>
        <pc:spChg chg="del">
          <ac:chgData name="Zhenqi Yang" userId="f6871e969a043391" providerId="LiveId" clId="{388DEC17-A882-55C3-A2F9-E33370200D2C}" dt="2026-04-07T05:06:34.548" v="75" actId="478"/>
          <ac:spMkLst>
            <pc:docMk/>
            <pc:sldMk cId="4198634370" sldId="281"/>
            <ac:spMk id="3" creationId="{E6C49918-566C-0DA4-0709-BEA051E9D777}"/>
          </ac:spMkLst>
        </pc:spChg>
        <pc:spChg chg="mod">
          <ac:chgData name="Zhenqi Yang" userId="f6871e969a043391" providerId="LiveId" clId="{388DEC17-A882-55C3-A2F9-E33370200D2C}" dt="2026-04-07T05:10:33.280" v="164" actId="1076"/>
          <ac:spMkLst>
            <pc:docMk/>
            <pc:sldMk cId="4198634370" sldId="281"/>
            <ac:spMk id="4" creationId="{2168C781-DFFC-986D-F8A5-CF877994FD72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6" creationId="{6E9582DA-1BD9-7B8C-8502-39641810F70B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7" creationId="{63233570-742E-8357-2AD5-1F26BF65A018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9" creationId="{B2D383A2-257F-E657-3BB6-46D0212F41C5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11" creationId="{2BCEE9EE-852C-CC39-75CB-2BC0CAC5D83F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12" creationId="{91830B6C-C5E2-C49F-3366-17AB483C3DE7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14" creationId="{BBBB24D1-8549-1F3E-228B-746D7C623F31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16" creationId="{18D01C6A-8601-9CB5-C37A-8ED8FF166225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17" creationId="{16C0FA4F-5116-5460-5832-A0DBAF9ADEA7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20" creationId="{432E5E53-2727-35C3-1DA2-3A26DDEC4DD7}"/>
          </ac:spMkLst>
        </pc:spChg>
        <pc:spChg chg="del">
          <ac:chgData name="Zhenqi Yang" userId="f6871e969a043391" providerId="LiveId" clId="{388DEC17-A882-55C3-A2F9-E33370200D2C}" dt="2026-04-07T05:06:40.486" v="77" actId="478"/>
          <ac:spMkLst>
            <pc:docMk/>
            <pc:sldMk cId="4198634370" sldId="281"/>
            <ac:spMk id="24" creationId="{4F3042A6-15AB-ECF4-5DA1-AEBDC12C39DF}"/>
          </ac:spMkLst>
        </pc:spChg>
        <pc:spChg chg="add del mod">
          <ac:chgData name="Zhenqi Yang" userId="f6871e969a043391" providerId="LiveId" clId="{388DEC17-A882-55C3-A2F9-E33370200D2C}" dt="2026-04-07T05:10:38.765" v="166" actId="478"/>
          <ac:spMkLst>
            <pc:docMk/>
            <pc:sldMk cId="4198634370" sldId="281"/>
            <ac:spMk id="26" creationId="{07EA9636-0E86-6C84-79EC-99CDD7073EC8}"/>
          </ac:spMkLst>
        </pc:spChg>
        <pc:spChg chg="add del mod">
          <ac:chgData name="Zhenqi Yang" userId="f6871e969a043391" providerId="LiveId" clId="{388DEC17-A882-55C3-A2F9-E33370200D2C}" dt="2026-04-07T05:10:38.765" v="166" actId="478"/>
          <ac:spMkLst>
            <pc:docMk/>
            <pc:sldMk cId="4198634370" sldId="281"/>
            <ac:spMk id="27" creationId="{B98EAD91-A767-168B-44E2-B576E38DA2B5}"/>
          </ac:spMkLst>
        </pc:spChg>
      </pc:sldChg>
      <pc:sldChg chg="modSp add mod">
        <pc:chgData name="Zhenqi Yang" userId="f6871e969a043391" providerId="LiveId" clId="{388DEC17-A882-55C3-A2F9-E33370200D2C}" dt="2026-04-07T05:06:56.791" v="99" actId="20577"/>
        <pc:sldMkLst>
          <pc:docMk/>
          <pc:sldMk cId="3840891622" sldId="282"/>
        </pc:sldMkLst>
        <pc:spChg chg="mod">
          <ac:chgData name="Zhenqi Yang" userId="f6871e969a043391" providerId="LiveId" clId="{388DEC17-A882-55C3-A2F9-E33370200D2C}" dt="2026-04-07T05:06:56.791" v="99" actId="20577"/>
          <ac:spMkLst>
            <pc:docMk/>
            <pc:sldMk cId="3840891622" sldId="282"/>
            <ac:spMk id="4" creationId="{D24DD0C5-5EF3-1475-93D1-436EA0FF1698}"/>
          </ac:spMkLst>
        </pc:spChg>
      </pc:sldChg>
      <pc:sldChg chg="delSp modSp add mod ord">
        <pc:chgData name="Zhenqi Yang" userId="f6871e969a043391" providerId="LiveId" clId="{388DEC17-A882-55C3-A2F9-E33370200D2C}" dt="2026-04-07T05:08:28.156" v="159" actId="20577"/>
        <pc:sldMkLst>
          <pc:docMk/>
          <pc:sldMk cId="3333788453" sldId="283"/>
        </pc:sldMkLst>
        <pc:spChg chg="mod">
          <ac:chgData name="Zhenqi Yang" userId="f6871e969a043391" providerId="LiveId" clId="{388DEC17-A882-55C3-A2F9-E33370200D2C}" dt="2026-04-07T05:08:28.156" v="159" actId="20577"/>
          <ac:spMkLst>
            <pc:docMk/>
            <pc:sldMk cId="3333788453" sldId="283"/>
            <ac:spMk id="4" creationId="{C9835D90-2BF7-5FA7-4A9A-B2AB4D62FB21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9" creationId="{CC218A9A-1AEA-62DE-4F49-CAD4DC6BA929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10" creationId="{5FC34255-B125-C38A-C240-1EC625D6E8CF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11" creationId="{AD5B2365-550A-AB3B-AC0E-151344626931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14" creationId="{573F3688-677D-2316-73AD-F3ED26296A6A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15" creationId="{EBD3589B-9EE5-986B-376F-40F63282630B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17" creationId="{D5636FFC-B101-C569-9CCC-250B377E64AF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18" creationId="{1B33187A-DE8E-1C54-8864-9E5BB1234867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20" creationId="{B984F02A-EB68-CE53-80F8-5DC2A979A0D7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22" creationId="{1A4622F3-CF14-21AE-F264-28D9F2A90269}"/>
          </ac:spMkLst>
        </pc:spChg>
        <pc:spChg chg="del">
          <ac:chgData name="Zhenqi Yang" userId="f6871e969a043391" providerId="LiveId" clId="{388DEC17-A882-55C3-A2F9-E33370200D2C}" dt="2026-04-07T05:07:47.510" v="102" actId="478"/>
          <ac:spMkLst>
            <pc:docMk/>
            <pc:sldMk cId="3333788453" sldId="283"/>
            <ac:spMk id="23" creationId="{86A203B7-D5E9-C103-4E35-A8130CEA2360}"/>
          </ac:spMkLst>
        </pc:spChg>
      </pc:sldChg>
      <pc:sldChg chg="addSp delSp modSp add del mod ord">
        <pc:chgData name="Zhenqi Yang" userId="f6871e969a043391" providerId="LiveId" clId="{388DEC17-A882-55C3-A2F9-E33370200D2C}" dt="2026-04-07T05:26:18.801" v="350" actId="2696"/>
        <pc:sldMkLst>
          <pc:docMk/>
          <pc:sldMk cId="4008735519" sldId="284"/>
        </pc:sldMkLst>
        <pc:spChg chg="del">
          <ac:chgData name="Zhenqi Yang" userId="f6871e969a043391" providerId="LiveId" clId="{388DEC17-A882-55C3-A2F9-E33370200D2C}" dt="2026-04-07T05:14:51.563" v="286" actId="478"/>
          <ac:spMkLst>
            <pc:docMk/>
            <pc:sldMk cId="4008735519" sldId="284"/>
            <ac:spMk id="2" creationId="{AD7D69B6-59BB-BA92-0315-B5814CF0B78C}"/>
          </ac:spMkLst>
        </pc:spChg>
        <pc:spChg chg="del">
          <ac:chgData name="Zhenqi Yang" userId="f6871e969a043391" providerId="LiveId" clId="{388DEC17-A882-55C3-A2F9-E33370200D2C}" dt="2026-04-07T05:14:51.563" v="286" actId="478"/>
          <ac:spMkLst>
            <pc:docMk/>
            <pc:sldMk cId="4008735519" sldId="284"/>
            <ac:spMk id="3" creationId="{09FDB51C-203B-AB6A-0031-6ACE89363B43}"/>
          </ac:spMkLst>
        </pc:spChg>
        <pc:spChg chg="mod">
          <ac:chgData name="Zhenqi Yang" userId="f6871e969a043391" providerId="LiveId" clId="{388DEC17-A882-55C3-A2F9-E33370200D2C}" dt="2026-04-07T05:12:34.192" v="248" actId="20577"/>
          <ac:spMkLst>
            <pc:docMk/>
            <pc:sldMk cId="4008735519" sldId="284"/>
            <ac:spMk id="4" creationId="{B7917E01-AA4D-F98A-21EB-093854FC9511}"/>
          </ac:spMkLst>
        </pc:spChg>
        <pc:spChg chg="add mod">
          <ac:chgData name="Zhenqi Yang" userId="f6871e969a043391" providerId="LiveId" clId="{388DEC17-A882-55C3-A2F9-E33370200D2C}" dt="2026-04-07T05:14:52.080" v="287"/>
          <ac:spMkLst>
            <pc:docMk/>
            <pc:sldMk cId="4008735519" sldId="284"/>
            <ac:spMk id="6" creationId="{75A0F8EB-3B36-F1EA-913A-09E7D62F2B22}"/>
          </ac:spMkLst>
        </pc:spChg>
        <pc:spChg chg="add mod">
          <ac:chgData name="Zhenqi Yang" userId="f6871e969a043391" providerId="LiveId" clId="{388DEC17-A882-55C3-A2F9-E33370200D2C}" dt="2026-04-07T05:15:06.983" v="322" actId="20577"/>
          <ac:spMkLst>
            <pc:docMk/>
            <pc:sldMk cId="4008735519" sldId="284"/>
            <ac:spMk id="7" creationId="{F513D3AD-5525-0E97-48FA-7029B6D45521}"/>
          </ac:spMkLst>
        </pc:spChg>
      </pc:sldChg>
      <pc:sldChg chg="delSp modSp add mod ord">
        <pc:chgData name="Zhenqi Yang" userId="f6871e969a043391" providerId="LiveId" clId="{388DEC17-A882-55C3-A2F9-E33370200D2C}" dt="2026-04-07T05:14:03.536" v="285" actId="478"/>
        <pc:sldMkLst>
          <pc:docMk/>
          <pc:sldMk cId="3804952064" sldId="285"/>
        </pc:sldMkLst>
        <pc:spChg chg="del">
          <ac:chgData name="Zhenqi Yang" userId="f6871e969a043391" providerId="LiveId" clId="{388DEC17-A882-55C3-A2F9-E33370200D2C}" dt="2026-04-07T05:14:03.536" v="285" actId="478"/>
          <ac:spMkLst>
            <pc:docMk/>
            <pc:sldMk cId="3804952064" sldId="285"/>
            <ac:spMk id="2" creationId="{40026987-3A7F-2F54-047A-13700F153950}"/>
          </ac:spMkLst>
        </pc:spChg>
        <pc:spChg chg="mod">
          <ac:chgData name="Zhenqi Yang" userId="f6871e969a043391" providerId="LiveId" clId="{388DEC17-A882-55C3-A2F9-E33370200D2C}" dt="2026-04-07T05:14:01.669" v="284" actId="20577"/>
          <ac:spMkLst>
            <pc:docMk/>
            <pc:sldMk cId="3804952064" sldId="285"/>
            <ac:spMk id="4" creationId="{63E87A56-5E2F-4AD0-F57E-B87F1F5AB6D2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75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1A75-B4CD-4411-3759-EDE6CFDD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BE286-A888-9ED2-3806-7C8E159DE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52266-8C4E-4B36-0A48-EB7A0D997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F3529-7D19-C1E0-4440-F44BE19AC1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28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A9D5-328D-D8A2-1A81-DACBBA03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86480-F399-E6A7-F49C-E8514462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B8B53-1309-FEFC-25BE-3C774AFEF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FE886-4689-91D7-AE4F-50EA27E01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81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359D5-5695-D1C3-72FD-D3E0AAD14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CF264-E44A-868C-0518-81B1BD2BE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A9803-E65E-8034-D2D5-FCBF8DDC5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03120-5918-07AD-1CF9-D1070B7A55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85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22F4-64B9-C523-2053-EDF7754EB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D7F19-D01E-0DF7-52EA-4F1D5E827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62EFE-09F2-E1B0-89ED-B58086690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B7152-E7CC-D941-6385-3DAA45A314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90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3D8F6-37F9-7CB9-C1D2-A5B6EA00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A1F50-5685-76A4-1638-4D26D1B0F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F6ACA-33A8-5D5D-A639-DB0211BF7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75139-9DBB-F276-7D61-C3CAA569B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84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A922-3CEE-BA6F-36C3-5B68607D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F6EC8-A577-48A9-6B63-8145A532F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5215C-705A-BEC2-E4F1-E22C411DA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835E-9416-6F18-12ED-EB4BBD45AF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25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B4C7-F77B-89EA-E284-3502A0F2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A41F1-3A3A-E3F4-EFC9-B6A435324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9A469-3D16-6996-3F3C-41D1FE75B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CA2E-2DF0-DBFE-EAE1-F0720E5CB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966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redirect?event=video_description&amp;redir_token=QUFFLUhqbXlvRjJKUnEyQkxBaUZGVi1Ic0J0YU1vQW1aQXxBQ3Jtc0ttcklVTlJfMzhmemhaVjNfeEJxZTRteDg3NGpqTUNjRkdyaVluRUNMSkp3N21JSXd0ZUdNaF9ONlBDQUpJWFp3QVRRVEZnREJjTU9EX1E0UXFHZnpMdUVKXy1pMGNWVUEtUElfSDcxZ0FQaG1qanUwQQ&amp;q=https%3A%2F%2Ftiktokenizer.vercel.app%2F&amp;v=7xTGNNLPyMI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5.sv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redirect?event=video_description&amp;redir_token=QUFFLUhqbGY4Sy1CcXoyTHNwOUlLZHV6ZDhVWV82QXkxQXxBQ3Jtc0tsOXBnbVBqcmVwa0Z6aHc2VHRwQVRFbzdGMnhrekJ4OWQ4N0tEclpWYldTUkY5XzdmWW02ZHNscER5Sll0cGVacGRqRDdSdTNwUWZTXzMxQWp6ajhKOWNWWDNTd1h3Nl9NcklVaHo1NjhmekdPc0NwYw&amp;q=https%3A%2F%2Fbbycroft.net%2Fllm&amp;v=7xTGNNLPyMI" TargetMode="Externa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 SESSION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LLMs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Agentic AI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neural networks to autonomous agents — a practical guide for everyone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8229600" cy="13716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session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703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 welcome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7033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9224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&amp;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896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11612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architecture &amp; how it works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55280" y="960120"/>
            <a:ext cx="7315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960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673352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190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17007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91640" y="19659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reads and writes language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955280" y="1764792"/>
            <a:ext cx="7315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955280" y="1764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52374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25054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691640" y="27706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takes action, not just answers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955280" y="2569464"/>
            <a:ext cx="7315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955280" y="25694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5720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328416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3310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Applications &amp; AI Tools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691640" y="35753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RAG, Vector DB, LangChain &amp; LangGraph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955280" y="3374136"/>
            <a:ext cx="7315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955280" y="33741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133088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9164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Trends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691640" y="43799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research &amp; new paradigms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955280" y="4178808"/>
            <a:ext cx="73152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7955280" y="4178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457200"/>
            <a:ext cx="5486400" cy="54864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011680"/>
            <a:ext cx="109728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03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63040" y="22860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63040" y="3611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Architecture · How it really works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01 · LLM INTRODUCTION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Powerful “Autocomplete” based on probability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679192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077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7523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entire bit world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302666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articles, websites, code — billions of documents from the internet.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199" y="3749040"/>
            <a:ext cx="411479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776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word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" y="4096512"/>
            <a:ext cx="34289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Instead of memorizing facts, it learns </a:t>
            </a: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patterns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 words follow what.</a:t>
            </a:r>
            <a:r>
              <a:rPr lang="en-US" sz="1050" dirty="0"/>
              <a:t xml:space="preserve">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response is built one </a:t>
            </a: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at a time, choosing the most likely next word given context.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679192"/>
            <a:ext cx="3931920" cy="20299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937760" y="2679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by the numbers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46320" y="29535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1T+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4846320" y="3524787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in frontier models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46320" y="3886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~$100M+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4846320" y="4361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training cost for top models</a:t>
            </a:r>
            <a:endParaRPr lang="en-US" sz="90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64B00033-AA9F-1D9A-F35B-85E4E62DF8B1}"/>
              </a:ext>
            </a:extLst>
          </p:cNvPr>
          <p:cNvSpPr/>
          <p:nvPr/>
        </p:nvSpPr>
        <p:spPr>
          <a:xfrm>
            <a:off x="457200" y="1563624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ED4A5255-1AC2-89C1-276B-07F2902E1AC9}"/>
              </a:ext>
            </a:extLst>
          </p:cNvPr>
          <p:cNvSpPr/>
          <p:nvPr/>
        </p:nvSpPr>
        <p:spPr>
          <a:xfrm>
            <a:off x="1234440" y="169126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7394F1-DBA6-31CC-7F09-49A548426935}"/>
              </a:ext>
            </a:extLst>
          </p:cNvPr>
          <p:cNvSpPr txBox="1"/>
          <p:nvPr/>
        </p:nvSpPr>
        <p:spPr>
          <a:xfrm>
            <a:off x="1141920" y="1742579"/>
            <a:ext cx="7269480" cy="55399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>
              <a:defRPr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CA" dirty="0"/>
              <a:t xml:space="preserve">A </a:t>
            </a:r>
            <a:r>
              <a:rPr lang="en-CA" b="1" dirty="0"/>
              <a:t xml:space="preserve">Large Language Model (LLM) </a:t>
            </a:r>
            <a:r>
              <a:rPr lang="en-CA" dirty="0"/>
              <a:t xml:space="preserve">is a type of AI designed to understand, generate, and process human-like text by training on massive datasets, typically using a </a:t>
            </a:r>
            <a:r>
              <a:rPr lang="en-CA" b="1" dirty="0"/>
              <a:t>transformer-based neural network</a:t>
            </a:r>
            <a:r>
              <a:rPr lang="en-CA" dirty="0"/>
              <a:t>.</a:t>
            </a:r>
            <a:endParaRPr lang="en-US" dirty="0"/>
          </a:p>
        </p:txBody>
      </p:sp>
      <p:pic>
        <p:nvPicPr>
          <p:cNvPr id="30" name="Graphic 29" descr="Brain with solid fill">
            <a:extLst>
              <a:ext uri="{FF2B5EF4-FFF2-40B4-BE49-F238E27FC236}">
                <a16:creationId xmlns:a16="http://schemas.microsoft.com/office/drawing/2014/main" id="{90547F4E-44FF-B4DA-83E5-8D0009DA4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1815624"/>
            <a:ext cx="410400" cy="41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02 · TOKENIZATION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The Building Blocks of Language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 is amazing!" → broken into tokens: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28016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47088" y="1874520"/>
            <a:ext cx="1280160" cy="502920"/>
          </a:xfrm>
          <a:prstGeom prst="rect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47088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47088" y="2423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#1647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36976" y="1874520"/>
            <a:ext cx="128016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36976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36976" y="2423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#2894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26864" y="1874520"/>
            <a:ext cx="1280160" cy="50292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2423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#4141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16752" y="1874520"/>
            <a:ext cx="1280160" cy="50292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16752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amazing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16752" y="2423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#5388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06640" y="1874520"/>
            <a:ext cx="1280160" cy="502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24231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#6635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788920"/>
            <a:ext cx="2651760" cy="1650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07792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≠ a word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25780" y="3186684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subword units. Common words are one token; rare words split into multiple. 1 token ≈ ¾ of an English word on average.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91840" y="2788920"/>
            <a:ext cx="2651760" cy="1650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9077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88620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376422" y="3186684"/>
            <a:ext cx="25008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Models have a 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limit on how many tokens they can 'remember' at once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window). GPT-4 Turbo: 128K tokens ≈ a full novel.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172200" y="27889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907792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6656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203061" y="3189901"/>
            <a:ext cx="25900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 with APIs. Long prompts cost more. Knowing this helps you write efficient prompts and understand model limits.</a:t>
            </a:r>
            <a:endParaRPr lang="en-US" sz="950" dirty="0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C3B3B4CB-37FD-562B-FDB9-94F2DD4FE17B}"/>
              </a:ext>
            </a:extLst>
          </p:cNvPr>
          <p:cNvSpPr/>
          <p:nvPr/>
        </p:nvSpPr>
        <p:spPr>
          <a:xfrm flipV="1">
            <a:off x="411480" y="4558284"/>
            <a:ext cx="8412480" cy="364236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A95A8627-E16C-4B3F-286F-0F9755A78676}"/>
              </a:ext>
            </a:extLst>
          </p:cNvPr>
          <p:cNvSpPr/>
          <p:nvPr/>
        </p:nvSpPr>
        <p:spPr>
          <a:xfrm>
            <a:off x="525779" y="4575048"/>
            <a:ext cx="358055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Tokenizer Playground: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Tokenizer Playground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01 · LLM INTRODUCTION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is Trained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 flipV="1">
            <a:off x="105818" y="1265767"/>
            <a:ext cx="8921372" cy="45719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818" y="1775121"/>
            <a:ext cx="1214459" cy="28180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09031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" y="180962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30" y="2392943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167" y="2992967"/>
            <a:ext cx="1214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777" y="3410628"/>
            <a:ext cx="12144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trillions of words from web, books, code. Clean and filter for quality.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18429" y="2872741"/>
            <a:ext cx="731520" cy="45719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459837" y="1775121"/>
            <a:ext cx="1980000" cy="28180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200501" y="1823215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00501" y="182321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162" y="2389979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24429" y="299296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Internet Document Simulator</a:t>
            </a:r>
          </a:p>
        </p:txBody>
      </p:sp>
      <p:sp>
        <p:nvSpPr>
          <p:cNvPr id="18" name="Text 14"/>
          <p:cNvSpPr/>
          <p:nvPr/>
        </p:nvSpPr>
        <p:spPr>
          <a:xfrm>
            <a:off x="1624429" y="3340439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to predict the next token. Runs for weeks on thousands of GPUs.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 flipV="1">
            <a:off x="3439837" y="2878668"/>
            <a:ext cx="475488" cy="45719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04429" y="1776814"/>
            <a:ext cx="198000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290229" y="1821522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290229" y="18215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714157" y="299296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(SFT)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714157" y="3340439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discerns between good responses and bad responses, learning styles and format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584429" y="2890097"/>
            <a:ext cx="237744" cy="45719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93171" y="1773175"/>
            <a:ext cx="1980000" cy="28180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378971" y="1819576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378971" y="1819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802899" y="2984587"/>
            <a:ext cx="173736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with Human Feedback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(RLHF)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802899" y="3338493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rate outputs. The model is fine-tuned to be helpful, harmless, honest (RLHF).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4778350"/>
            <a:ext cx="8275320" cy="227108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49" y="4803273"/>
            <a:ext cx="158975" cy="15897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41248" y="4803273"/>
            <a:ext cx="7680960" cy="158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model never memorizes answers — it learns the structure of language itself.</a:t>
            </a:r>
            <a:endParaRPr lang="en-US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D19EC3-8850-DE3E-5500-459FFBBB2AAA}"/>
              </a:ext>
            </a:extLst>
          </p:cNvPr>
          <p:cNvSpPr/>
          <p:nvPr/>
        </p:nvSpPr>
        <p:spPr>
          <a:xfrm>
            <a:off x="1459837" y="1529927"/>
            <a:ext cx="1980000" cy="2451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Pre-Training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7D58AB-BE95-627C-E510-D0A759A77F07}"/>
              </a:ext>
            </a:extLst>
          </p:cNvPr>
          <p:cNvSpPr/>
          <p:nvPr/>
        </p:nvSpPr>
        <p:spPr>
          <a:xfrm>
            <a:off x="3604429" y="1529927"/>
            <a:ext cx="4068065" cy="24519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Post-Training</a:t>
            </a: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1784312C-01B7-3C85-050F-88776A40327B}"/>
              </a:ext>
            </a:extLst>
          </p:cNvPr>
          <p:cNvSpPr/>
          <p:nvPr/>
        </p:nvSpPr>
        <p:spPr>
          <a:xfrm>
            <a:off x="7672494" y="2894503"/>
            <a:ext cx="165269" cy="90084"/>
          </a:xfrm>
          <a:prstGeom prst="stripedRightArrow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003F9C73-18CB-C1B9-A356-45830B50C018}"/>
              </a:ext>
            </a:extLst>
          </p:cNvPr>
          <p:cNvSpPr/>
          <p:nvPr/>
        </p:nvSpPr>
        <p:spPr>
          <a:xfrm>
            <a:off x="7812731" y="1771481"/>
            <a:ext cx="1214459" cy="281804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D6384377-1B7F-3BA7-3EE5-E0193BD0CEBD}"/>
              </a:ext>
            </a:extLst>
          </p:cNvPr>
          <p:cNvSpPr/>
          <p:nvPr/>
        </p:nvSpPr>
        <p:spPr>
          <a:xfrm>
            <a:off x="8169071" y="1809077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29657A71-5920-598B-8991-855794C8FA81}"/>
              </a:ext>
            </a:extLst>
          </p:cNvPr>
          <p:cNvSpPr/>
          <p:nvPr/>
        </p:nvSpPr>
        <p:spPr>
          <a:xfrm>
            <a:off x="8178215" y="18096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8B2F5285-F273-F130-5B9F-299DF2B18563}"/>
              </a:ext>
            </a:extLst>
          </p:cNvPr>
          <p:cNvSpPr/>
          <p:nvPr/>
        </p:nvSpPr>
        <p:spPr>
          <a:xfrm>
            <a:off x="7823722" y="2990179"/>
            <a:ext cx="12144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7BBCB29D-AB2F-ED05-6D94-1EFF97D2B926}"/>
              </a:ext>
            </a:extLst>
          </p:cNvPr>
          <p:cNvSpPr/>
          <p:nvPr/>
        </p:nvSpPr>
        <p:spPr>
          <a:xfrm>
            <a:off x="7823722" y="3364403"/>
            <a:ext cx="12144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model through API, such as ChatGPT, Claude, Gemini</a:t>
            </a:r>
            <a:endParaRPr lang="en-US" sz="900" dirty="0"/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DA51BB4D-7441-B6E1-84C7-4795F1E3C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360" y="2393024"/>
            <a:ext cx="457200" cy="457200"/>
          </a:xfrm>
          <a:prstGeom prst="rect">
            <a:avLst/>
          </a:prstGeom>
        </p:spPr>
      </p:pic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E1C2E746-3C69-96FA-2A5F-B09D7E9746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4691" y="2393024"/>
            <a:ext cx="457200" cy="457200"/>
          </a:xfrm>
          <a:prstGeom prst="rect">
            <a:avLst/>
          </a:prstGeom>
        </p:spPr>
      </p:pic>
      <p:pic>
        <p:nvPicPr>
          <p:cNvPr id="48" name="Graphic 47" descr="Clipboard Mixed with solid fill">
            <a:extLst>
              <a:ext uri="{FF2B5EF4-FFF2-40B4-BE49-F238E27FC236}">
                <a16:creationId xmlns:a16="http://schemas.microsoft.com/office/drawing/2014/main" id="{D15F8514-105C-D08C-A89E-5C4E0EC23E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54237" y="2389979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4E7CE-25FC-1F3C-83E3-2911A2F2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61FB31-04F8-F265-A400-F3D07D3E3349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217211-66FE-3549-AD0E-55BCF0E97C03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01 · LLM INTRODUCTION</a:t>
            </a:r>
            <a:endParaRPr lang="en-US" sz="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9FBB90-1BB5-FB3E-60AA-37D646844E44}"/>
              </a:ext>
            </a:extLst>
          </p:cNvPr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is Trained: Pre-Train Stage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59C5BC-ABB0-7D42-C94D-38290668F29E}"/>
              </a:ext>
            </a:extLst>
          </p:cNvPr>
          <p:cNvSpPr/>
          <p:nvPr/>
        </p:nvSpPr>
        <p:spPr>
          <a:xfrm flipV="1">
            <a:off x="457200" y="1325881"/>
            <a:ext cx="8275320" cy="45719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D484E34-6821-F35B-07D1-7C31E0AC4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417321"/>
            <a:ext cx="7772400" cy="33337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29786F2-D5B6-2048-F857-C4D1394D6089}"/>
              </a:ext>
            </a:extLst>
          </p:cNvPr>
          <p:cNvSpPr txBox="1"/>
          <p:nvPr/>
        </p:nvSpPr>
        <p:spPr>
          <a:xfrm>
            <a:off x="3522134" y="2807204"/>
            <a:ext cx="1659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with transformer layers</a:t>
            </a: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2D35B8CB-4E4B-F393-8DF2-173C6B5059D2}"/>
              </a:ext>
            </a:extLst>
          </p:cNvPr>
          <p:cNvSpPr/>
          <p:nvPr/>
        </p:nvSpPr>
        <p:spPr>
          <a:xfrm flipV="1">
            <a:off x="457200" y="4796806"/>
            <a:ext cx="8412480" cy="318515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0DFBEB9E-31A2-DDBF-4C36-D632532186CD}"/>
              </a:ext>
            </a:extLst>
          </p:cNvPr>
          <p:cNvSpPr/>
          <p:nvPr/>
        </p:nvSpPr>
        <p:spPr>
          <a:xfrm>
            <a:off x="457200" y="4782327"/>
            <a:ext cx="397086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Model Architecture Visualizer: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Model Architecture Visualizer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0511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0"/>
            <a:ext cx="4572000" cy="4572000"/>
          </a:xfrm>
          <a:prstGeom prst="ellipse">
            <a:avLst/>
          </a:prstGeom>
          <a:solidFill>
            <a:srgbClr val="F59E0B">
              <a:alpha val="7000"/>
            </a:srgbClr>
          </a:solidFill>
          <a:ln w="12700">
            <a:solidFill>
              <a:srgbClr val="F59E0B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10972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202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828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508760" y="2167128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Corporate Applications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508760" y="35844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stops answering and starts doing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049C85-7534-E8B4-35EE-8665AB8C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80CB6E-4BFC-D557-2D5B-9B4FFCF36005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7046AC-E8F7-161A-4D1D-E5EACC560A9A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</a:t>
            </a:r>
            <a:r>
              <a:rPr lang="en-US" altLang="zh-CN" sz="700" b="1" dirty="0">
                <a:solidFill>
                  <a:srgbClr val="FFFFFF"/>
                </a:solidFill>
              </a:rPr>
              <a:t>2</a:t>
            </a:r>
            <a:r>
              <a:rPr lang="en-US" sz="700" b="1" dirty="0">
                <a:solidFill>
                  <a:srgbClr val="FFFFFF"/>
                </a:solidFill>
              </a:rPr>
              <a:t xml:space="preserve"> · AGENTIC AI</a:t>
            </a:r>
            <a:r>
              <a:rPr lang="zh-CN" altLang="en-US" sz="700" b="1" dirty="0">
                <a:solidFill>
                  <a:srgbClr val="FFFFFF"/>
                </a:solidFill>
              </a:rPr>
              <a:t xml:space="preserve"> </a:t>
            </a:r>
            <a:r>
              <a:rPr lang="en-US" altLang="zh-CN" sz="700" b="1" dirty="0">
                <a:solidFill>
                  <a:srgbClr val="FFFFFF"/>
                </a:solidFill>
              </a:rPr>
              <a:t>and Corporate Applications</a:t>
            </a:r>
            <a:endParaRPr lang="en-US" sz="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835D90-2BF7-5FA7-4A9A-B2AB4D62FB21}"/>
              </a:ext>
            </a:extLst>
          </p:cNvPr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Prism Applications – Spotlight Use Case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3076E4-AFA9-6ABA-8B85-3325BF5EDA3D}"/>
              </a:ext>
            </a:extLst>
          </p:cNvPr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8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</a:t>
            </a:r>
            <a:r>
              <a:rPr lang="en-US" altLang="zh-CN" sz="700" b="1" dirty="0">
                <a:solidFill>
                  <a:srgbClr val="FFFFFF"/>
                </a:solidFill>
              </a:rPr>
              <a:t>2</a:t>
            </a:r>
            <a:r>
              <a:rPr lang="en-US" sz="700" b="1" dirty="0">
                <a:solidFill>
                  <a:srgbClr val="FFFFFF"/>
                </a:solidFill>
              </a:rPr>
              <a:t xml:space="preserve"> · AGENTIC AI</a:t>
            </a:r>
            <a:r>
              <a:rPr lang="zh-CN" altLang="en-US" sz="700" b="1" dirty="0">
                <a:solidFill>
                  <a:srgbClr val="FFFFFF"/>
                </a:solidFill>
              </a:rPr>
              <a:t xml:space="preserve"> </a:t>
            </a:r>
            <a:r>
              <a:rPr lang="en-US" altLang="zh-CN" sz="700" b="1" dirty="0">
                <a:solidFill>
                  <a:srgbClr val="FFFFFF"/>
                </a:solidFill>
              </a:rPr>
              <a:t>and Corporate Applications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Question-Answering to Taking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84048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4048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LLM Chat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You ask → It answers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59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Responds in text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8895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memory between sessions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319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Passively waits for input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Cannot browse, run code, or send emails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1788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 turn: one prompt, one 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511009"/>
            <a:ext cx="3840480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511009"/>
            <a:ext cx="384048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51100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03221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 set a goal → It figures out steps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461985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Takes actions in the real world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891753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memory across tasks</a:t>
            </a:r>
            <a:endParaRPr lang="en-US" sz="1050" b="1" dirty="0"/>
          </a:p>
        </p:txBody>
      </p:sp>
      <p:sp>
        <p:nvSpPr>
          <p:cNvPr id="21" name="Text 19"/>
          <p:cNvSpPr/>
          <p:nvPr/>
        </p:nvSpPr>
        <p:spPr>
          <a:xfrm>
            <a:off x="5029200" y="3321521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Proactively plans and executes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3751289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use tools: web, code, email, APIs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418105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Multi-step: loops until goal is achieved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04 · CORPORATE APPLICATIONS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Companies Are Deploying AI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" y="1645920"/>
            <a:ext cx="457200" cy="4572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733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673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" y="216712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handling tier-1 support, reducing wait times and freeing human agents for complex cases.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01568" y="1645920"/>
            <a:ext cx="457200" cy="4572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733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673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01568" y="216712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use Copilot-style tools to autocomplete, review, and document code. 30–50% productivity gains reported.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172200" y="150876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281928" y="1645920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7335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673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Search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81928" y="216712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across internal documents, wikis, and emails. Instant answers from thousands of PDFs.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11480" y="3172968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21208" y="331012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375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21208" y="3831336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on databases. 'Show me sales by region last quarter' without writing SQL.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291840" y="3172968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401568" y="3310128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33756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401568" y="3831336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handles multi-step workflows: invoice processing, HR onboarding, compliance checks.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6172200" y="3172968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281928" y="3310128"/>
            <a:ext cx="457200" cy="457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337560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81928" y="3831336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contract review, policy checking, and regulatory monitoring at scale.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82296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733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6733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" y="213055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confidently produce incorrect information. Always verify critical facts. Use RAG (Retrieval-Augmented Generation) to ground responses in your data.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53619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536192"/>
            <a:ext cx="82296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6733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6733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56048" y="213055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sent to AI APIs may leave your network. Choose on-prem or private-cloud deployments for confidential information.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1480" y="322783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11480" y="3227832"/>
            <a:ext cx="82296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3649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" y="33649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" y="382219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may stop thinking critically. AI should augment human judgment, not replace it — especially for strategic or ethical decisions.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322783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3227832"/>
            <a:ext cx="82296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6499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68112" y="33649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Cost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56048" y="382219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 to legacy systems takes engineering effort. Start with low-risk pilots before enterprise-wide rollouts.</a:t>
            </a:r>
            <a:endParaRPr lang="en-US" sz="950" dirty="0"/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283EC638-E9D1-E3AB-1E2D-A1881FF06624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BA85B74-29FD-4042-AA51-6AA8AFF523AE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</a:t>
            </a:r>
            <a:r>
              <a:rPr lang="en-US" altLang="zh-CN" sz="700" b="1" dirty="0">
                <a:solidFill>
                  <a:srgbClr val="FFFFFF"/>
                </a:solidFill>
              </a:rPr>
              <a:t>2</a:t>
            </a:r>
            <a:r>
              <a:rPr lang="en-US" sz="700" b="1" dirty="0">
                <a:solidFill>
                  <a:srgbClr val="FFFFFF"/>
                </a:solidFill>
              </a:rPr>
              <a:t xml:space="preserve"> · AGENTIC AI</a:t>
            </a:r>
            <a:r>
              <a:rPr lang="zh-CN" altLang="en-US" sz="700" b="1" dirty="0">
                <a:solidFill>
                  <a:srgbClr val="FFFFFF"/>
                </a:solidFill>
              </a:rPr>
              <a:t xml:space="preserve"> </a:t>
            </a:r>
            <a:r>
              <a:rPr lang="en-US" altLang="zh-CN" sz="700" b="1" dirty="0">
                <a:solidFill>
                  <a:srgbClr val="FFFFFF"/>
                </a:solidFill>
              </a:rPr>
              <a:t>and Corporate Applications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02 · AGENTIC AI and Corporate Applications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</a:rPr>
              <a:t>Claude Code and OpenAI Codex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4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AI coding assistants that read your entire codebase and act like a senior developer by your side</a:t>
            </a:r>
          </a:p>
        </p:txBody>
      </p:sp>
      <p:sp>
        <p:nvSpPr>
          <p:cNvPr id="10" name="Shape CC BG"/>
          <p:cNvSpPr/>
          <p:nvPr/>
        </p:nvSpPr>
        <p:spPr>
          <a:xfrm>
            <a:off x="411480" y="1872360"/>
            <a:ext cx="40690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CC Hdr"/>
          <p:cNvSpPr/>
          <p:nvPr/>
        </p:nvSpPr>
        <p:spPr>
          <a:xfrm>
            <a:off x="411480" y="1872360"/>
            <a:ext cx="4069080" cy="3200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CC Lbl"/>
          <p:cNvSpPr/>
          <p:nvPr/>
        </p:nvSpPr>
        <p:spPr>
          <a:xfrm>
            <a:off x="411480" y="1872360"/>
            <a:ext cx="40690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49" charset="0"/>
              </a:rPr>
              <a:t>Claude Code  (Anthropic)</a:t>
            </a:r>
          </a:p>
        </p:txBody>
      </p:sp>
      <p:sp>
        <p:nvSpPr>
          <p:cNvPr id="13" name="Text CC Demo"/>
          <p:cNvSpPr/>
          <p:nvPr/>
        </p:nvSpPr>
        <p:spPr>
          <a:xfrm>
            <a:off x="502920" y="223776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49" charset="0"/>
              </a:rPr>
              <a:t>$ claude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49" charset="0"/>
              </a:rPr>
              <a:t>Claude Code ready. How can I help?</a:t>
            </a:r>
          </a:p>
          <a:p>
            <a:pPr marL="0" indent="0">
              <a:buNone/>
            </a:pPr>
            <a:endParaRPr lang="en-US" sz="75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49" charset="0"/>
              </a:rPr>
              <a:t>&gt; Find all API calls missing error handling</a:t>
            </a:r>
          </a:p>
          <a:p>
            <a:pPr marL="0" indent="0">
              <a:buNone/>
            </a:pPr>
            <a:endParaRPr lang="en-US" sz="75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49" charset="0"/>
              </a:rPr>
              <a:t>Scanning 47 files...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49" charset="0"/>
              </a:rPr>
              <a:t>Found 3 issues in payments.js, auth.js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49" charset="0"/>
              </a:rPr>
              <a:t>Applying fixes... Done!</a:t>
            </a:r>
          </a:p>
          <a:p>
            <a:pPr marL="0" indent="0">
              <a:buNone/>
            </a:pPr>
            <a:endParaRPr lang="en-US" sz="750"/>
          </a:p>
          <a:p>
            <a:pPr marL="0" indent="0">
              <a:buNone/>
            </a:pPr>
            <a:r>
              <a:rPr lang="en-US" sz="800" b="1" dirty="0">
                <a:solidFill>
                  <a:srgbClr val="CC785C"/>
                </a:solidFill>
                <a:latin typeface="Consolas" pitchFamily="49" charset="0"/>
              </a:rPr>
              <a:t>Works in your terminal. Sees your full repo.</a:t>
            </a:r>
          </a:p>
        </p:txBody>
      </p:sp>
      <p:sp>
        <p:nvSpPr>
          <p:cNvPr id="20" name="Shape OC BG"/>
          <p:cNvSpPr/>
          <p:nvPr/>
        </p:nvSpPr>
        <p:spPr>
          <a:xfrm>
            <a:off x="4617720" y="1872360"/>
            <a:ext cx="40690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OC Hdr"/>
          <p:cNvSpPr/>
          <p:nvPr/>
        </p:nvSpPr>
        <p:spPr>
          <a:xfrm>
            <a:off x="4617720" y="1872360"/>
            <a:ext cx="4069080" cy="3200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OC Lbl"/>
          <p:cNvSpPr/>
          <p:nvPr/>
        </p:nvSpPr>
        <p:spPr>
          <a:xfrm>
            <a:off x="4617720" y="1872360"/>
            <a:ext cx="40690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49" charset="0"/>
              </a:rPr>
              <a:t>Codex  (OpenAI)</a:t>
            </a:r>
          </a:p>
        </p:txBody>
      </p:sp>
      <p:sp>
        <p:nvSpPr>
          <p:cNvPr id="23" name="Text OC Demo"/>
          <p:cNvSpPr/>
          <p:nvPr/>
        </p:nvSpPr>
        <p:spPr>
          <a:xfrm>
            <a:off x="4709160" y="223776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Consolas" pitchFamily="49" charset="0"/>
              </a:rPr>
              <a:t>codex &gt;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49" charset="0"/>
              </a:rPr>
              <a:t>Sandbox ready.</a:t>
            </a:r>
          </a:p>
          <a:p>
            <a:pPr marL="0" indent="0">
              <a:buNone/>
            </a:pPr>
            <a:endParaRPr lang="en-US" sz="750"/>
          </a:p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49" charset="0"/>
              </a:rPr>
              <a:t>&gt; Write unit tests for checkout.py</a:t>
            </a:r>
          </a:p>
          <a:p>
            <a:pPr marL="0" indent="0">
              <a:buNone/>
            </a:pPr>
            <a:endParaRPr lang="en-US" sz="750"/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49" charset="0"/>
              </a:rPr>
              <a:t>Analyzing checkout.py...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49" charset="0"/>
              </a:rPr>
              <a:t>Generated 12 tests, ran in sandbox: 12/12 passed</a:t>
            </a:r>
          </a:p>
          <a:p>
            <a:pPr marL="0" indent="0">
              <a:buNone/>
            </a:pPr>
            <a:r>
              <a:rPr lang="en-US" sz="750" dirty="0">
                <a:solidFill>
                  <a:srgbClr val="4ADE80"/>
                </a:solidFill>
                <a:latin typeface="Consolas" pitchFamily="49" charset="0"/>
              </a:rPr>
              <a:t>Saved to test_checkout.py</a:t>
            </a:r>
          </a:p>
          <a:p>
            <a:pPr marL="0" indent="0">
              <a:buNone/>
            </a:pPr>
            <a:endParaRPr lang="en-US" sz="750"/>
          </a:p>
          <a:p>
            <a:pPr marL="0" indent="0">
              <a:buNone/>
            </a:pPr>
            <a:r>
              <a:rPr lang="en-US" sz="800" b="1" dirty="0">
                <a:solidFill>
                  <a:srgbClr val="10A37F"/>
                </a:solidFill>
                <a:latin typeface="Consolas" pitchFamily="49" charset="0"/>
              </a:rPr>
              <a:t>Runs tasks in a safe cloud sandbox.</a:t>
            </a:r>
          </a:p>
        </p:txBody>
      </p:sp>
      <p:sp>
        <p:nvSpPr>
          <p:cNvPr id="30" name="Shape Insight"/>
          <p:cNvSpPr/>
          <p:nvPr/>
        </p:nvSpPr>
        <p:spPr>
          <a:xfrm>
            <a:off x="411480" y="5257080"/>
            <a:ext cx="8274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Insight"/>
          <p:cNvSpPr/>
          <p:nvPr/>
        </p:nvSpPr>
        <p:spPr>
          <a:xfrm>
            <a:off x="548640" y="5257080"/>
            <a:ext cx="813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 xml:space="preserve">Key insight: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>You stay in charge. The AI handles the repetitive work so you focus on logic and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02 · AGENTIC AI and Corporate Applications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</a:rPr>
              <a:t>Retrieval-Augmented Generation (RAG)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Subtitle"/>
          <p:cNvSpPr/>
          <p:nvPr/>
        </p:nvSpPr>
        <p:spPr>
          <a:xfrm>
            <a:off x="457200" y="144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Stop hallucinations. Ground AI answers in your actual company data.</a:t>
            </a:r>
          </a:p>
        </p:txBody>
      </p:sp>
      <p:sp>
        <p:nvSpPr>
          <p:cNvPr id="10" name="Box S1"/>
          <p:cNvSpPr/>
          <p:nvPr/>
        </p:nvSpPr>
        <p:spPr>
          <a:xfrm>
            <a:off x="411480" y="1944000"/>
            <a:ext cx="13716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S1"/>
          <p:cNvSpPr/>
          <p:nvPr/>
        </p:nvSpPr>
        <p:spPr>
          <a:xfrm>
            <a:off x="411480" y="1944000"/>
            <a:ext cx="1371600" cy="685800"/>
          </a:xfrm>
          <a:prstGeom prst="rect">
            <a:avLst/>
          </a:prstGeom>
          <a:noFill/>
          <a:ln/>
        </p:spPr>
        <p:txBody>
          <a:bodyPr wrap="square" lIns="9144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1. User Question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</a:rPr>
              <a:t>“What is our refund policy?”</a:t>
            </a:r>
          </a:p>
        </p:txBody>
      </p:sp>
      <p:sp>
        <p:nvSpPr>
          <p:cNvPr id="12" name="Arrow1"/>
          <p:cNvSpPr/>
          <p:nvPr/>
        </p:nvSpPr>
        <p:spPr>
          <a:xfrm>
            <a:off x="1874520" y="2240640"/>
            <a:ext cx="548640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Box S2"/>
          <p:cNvSpPr/>
          <p:nvPr/>
        </p:nvSpPr>
        <p:spPr>
          <a:xfrm>
            <a:off x="2423160" y="1944000"/>
            <a:ext cx="13716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S2"/>
          <p:cNvSpPr/>
          <p:nvPr/>
        </p:nvSpPr>
        <p:spPr>
          <a:xfrm>
            <a:off x="2423160" y="1944000"/>
            <a:ext cx="1371600" cy="685800"/>
          </a:xfrm>
          <a:prstGeom prst="rect">
            <a:avLst/>
          </a:prstGeom>
          <a:noFill/>
          <a:ln/>
        </p:spPr>
        <p:txBody>
          <a:bodyPr wrap="square" lIns="9144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2. Search Docs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EDE9FE"/>
                </a:solidFill>
                <a:latin typeface="Calibri" pitchFamily="34" charset="0"/>
              </a:rPr>
              <a:t>Vector similarity search on company docs</a:t>
            </a:r>
          </a:p>
        </p:txBody>
      </p:sp>
      <p:sp>
        <p:nvSpPr>
          <p:cNvPr id="15" name="Arrow2"/>
          <p:cNvSpPr/>
          <p:nvPr/>
        </p:nvSpPr>
        <p:spPr>
          <a:xfrm>
            <a:off x="3886200" y="2240640"/>
            <a:ext cx="548640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Box S3"/>
          <p:cNvSpPr/>
          <p:nvPr/>
        </p:nvSpPr>
        <p:spPr>
          <a:xfrm>
            <a:off x="4434840" y="1944000"/>
            <a:ext cx="1371600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S3"/>
          <p:cNvSpPr/>
          <p:nvPr/>
        </p:nvSpPr>
        <p:spPr>
          <a:xfrm>
            <a:off x="4434840" y="1944000"/>
            <a:ext cx="1371600" cy="685800"/>
          </a:xfrm>
          <a:prstGeom prst="rect">
            <a:avLst/>
          </a:prstGeom>
          <a:noFill/>
          <a:ln/>
        </p:spPr>
        <p:txBody>
          <a:bodyPr wrap="square" lIns="9144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3. Retrieve Context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</a:rPr>
              <a:t>Top 3 matching paragraphs returned</a:t>
            </a:r>
          </a:p>
        </p:txBody>
      </p:sp>
      <p:sp>
        <p:nvSpPr>
          <p:cNvPr id="18" name="Arrow3"/>
          <p:cNvSpPr/>
          <p:nvPr/>
        </p:nvSpPr>
        <p:spPr>
          <a:xfrm>
            <a:off x="5897880" y="2240640"/>
            <a:ext cx="548640" cy="9144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Box S4"/>
          <p:cNvSpPr/>
          <p:nvPr/>
        </p:nvSpPr>
        <p:spPr>
          <a:xfrm>
            <a:off x="6446520" y="194400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S4"/>
          <p:cNvSpPr/>
          <p:nvPr/>
        </p:nvSpPr>
        <p:spPr>
          <a:xfrm>
            <a:off x="6446520" y="1944000"/>
            <a:ext cx="1371600" cy="685800"/>
          </a:xfrm>
          <a:prstGeom prst="rect">
            <a:avLst/>
          </a:prstGeom>
          <a:noFill/>
          <a:ln/>
        </p:spPr>
        <p:txBody>
          <a:bodyPr wrap="square" lIns="91440" tIns="45720" rIns="4572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4. LLM Answers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FEFCE8"/>
                </a:solidFill>
                <a:latin typeface="Calibri" pitchFamily="34" charset="0"/>
              </a:rPr>
              <a:t>Grounded in retrieved facts, not guesses</a:t>
            </a:r>
          </a:p>
        </p:txBody>
      </p:sp>
      <p:sp>
        <p:nvSpPr>
          <p:cNvPr id="30" name="Box NoRAG"/>
          <p:cNvSpPr/>
          <p:nvPr/>
        </p:nvSpPr>
        <p:spPr>
          <a:xfrm>
            <a:off x="411480" y="2868840"/>
            <a:ext cx="3840480" cy="19202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NoRAG Hdr"/>
          <p:cNvSpPr/>
          <p:nvPr/>
        </p:nvSpPr>
        <p:spPr>
          <a:xfrm>
            <a:off x="502920" y="291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</a:rPr>
              <a:t>Without RAG</a:t>
            </a:r>
          </a:p>
        </p:txBody>
      </p:sp>
      <p:sp>
        <p:nvSpPr>
          <p:cNvPr id="32" name="Text NoRAG Body"/>
          <p:cNvSpPr/>
          <p:nvPr/>
        </p:nvSpPr>
        <p:spPr>
          <a:xfrm>
            <a:off x="502920" y="3234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</a:rPr>
              <a:t>LLM only uses training data (cut off months ago). Fabricates or guesses company-specific answers. Dangerous for legal, HR, or finance queries.</a:t>
            </a:r>
          </a:p>
        </p:txBody>
      </p:sp>
      <p:sp>
        <p:nvSpPr>
          <p:cNvPr id="35" name="Box WithRAG"/>
          <p:cNvSpPr/>
          <p:nvPr/>
        </p:nvSpPr>
        <p:spPr>
          <a:xfrm>
            <a:off x="4617720" y="2868840"/>
            <a:ext cx="3840480" cy="19202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WithRAG Hdr"/>
          <p:cNvSpPr/>
          <p:nvPr/>
        </p:nvSpPr>
        <p:spPr>
          <a:xfrm>
            <a:off x="4709160" y="291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</a:rPr>
              <a:t>With RAG</a:t>
            </a:r>
          </a:p>
        </p:txBody>
      </p:sp>
      <p:sp>
        <p:nvSpPr>
          <p:cNvPr id="37" name="Text WithRAG Body"/>
          <p:cNvSpPr/>
          <p:nvPr/>
        </p:nvSpPr>
        <p:spPr>
          <a:xfrm>
            <a:off x="4709160" y="3234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</a:rPr>
              <a:t>AI retrieves from your actual documents first. Answer is grounded in your current policies, updated data, and proprietary knowledge. Cites sources.</a:t>
            </a:r>
          </a:p>
        </p:txBody>
      </p:sp>
      <p:sp>
        <p:nvSpPr>
          <p:cNvPr id="40" name="Shape Insight"/>
          <p:cNvSpPr/>
          <p:nvPr/>
        </p:nvSpPr>
        <p:spPr>
          <a:xfrm>
            <a:off x="411480" y="5029200"/>
            <a:ext cx="8274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Insight"/>
          <p:cNvSpPr/>
          <p:nvPr/>
        </p:nvSpPr>
        <p:spPr>
          <a:xfrm>
            <a:off x="548640" y="5029200"/>
            <a:ext cx="813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 xml:space="preserve">Why it matters for enterprise: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>Your data stays internal. AI becomes an expert on your company’s knowledge, not just the internet.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02 · AGENTIC AI and Corporate Applications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</a:rPr>
              <a:t>Vector Database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Sub"/>
          <p:cNvSpPr/>
          <p:nvPr/>
        </p:nvSpPr>
        <p:spPr>
          <a:xfrm>
            <a:off x="457200" y="144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The engine behind RAG — stores meaning, not just text, so AI can find what’s relevant</a:t>
            </a:r>
          </a:p>
        </p:txBody>
      </p:sp>
      <p:sp>
        <p:nvSpPr>
          <p:cNvPr id="10" name="Box Left"/>
          <p:cNvSpPr/>
          <p:nvPr/>
        </p:nvSpPr>
        <p:spPr>
          <a:xfrm>
            <a:off x="411480" y="187236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Left Hdr"/>
          <p:cNvSpPr/>
          <p:nvPr/>
        </p:nvSpPr>
        <p:spPr>
          <a:xfrm>
            <a:off x="411480" y="1872360"/>
            <a:ext cx="38404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Left Hdr"/>
          <p:cNvSpPr/>
          <p:nvPr/>
        </p:nvSpPr>
        <p:spPr>
          <a:xfrm>
            <a:off x="411480" y="1872360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How it works: Text → Numbers</a:t>
            </a:r>
          </a:p>
        </p:txBody>
      </p:sp>
      <p:sp>
        <p:nvSpPr>
          <p:cNvPr id="13" name="Text Left Body"/>
          <p:cNvSpPr/>
          <p:nvPr/>
        </p:nvSpPr>
        <p:spPr>
          <a:xfrm>
            <a:off x="502920" y="22377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Every document gets converted to a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</a:rPr>
              <a:t>vector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— a list of numbers capturing its meaning: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49" charset="0"/>
              </a:rPr>
              <a:t>“Refund within 30 days”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49" charset="0"/>
              </a:rPr>
              <a:t>↓ embedding model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49" charset="0"/>
              </a:rPr>
              <a:t>[0.82, -0.31, 0.14, 0.67, ...]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>Similar meaning = similar numbers. “Can I get my money back?” lands near the refund policy — even though the words are different.</a:t>
            </a:r>
          </a:p>
        </p:txBody>
      </p:sp>
      <p:sp>
        <p:nvSpPr>
          <p:cNvPr id="20" name="Box Right"/>
          <p:cNvSpPr/>
          <p:nvPr/>
        </p:nvSpPr>
        <p:spPr>
          <a:xfrm>
            <a:off x="4617720" y="187236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Right Hdr"/>
          <p:cNvSpPr/>
          <p:nvPr/>
        </p:nvSpPr>
        <p:spPr>
          <a:xfrm>
            <a:off x="4617720" y="1872360"/>
            <a:ext cx="384048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Right Hdr"/>
          <p:cNvSpPr/>
          <p:nvPr/>
        </p:nvSpPr>
        <p:spPr>
          <a:xfrm>
            <a:off x="4617720" y="1872360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Similarity Search Example</a:t>
            </a:r>
          </a:p>
        </p:txBody>
      </p:sp>
      <p:sp>
        <p:nvSpPr>
          <p:cNvPr id="23" name="Query Box"/>
          <p:cNvSpPr/>
          <p:nvPr/>
        </p:nvSpPr>
        <p:spPr>
          <a:xfrm>
            <a:off x="4709160" y="2283840"/>
            <a:ext cx="365760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Query Text"/>
          <p:cNvSpPr/>
          <p:nvPr/>
        </p:nvSpPr>
        <p:spPr>
          <a:xfrm>
            <a:off x="4709160" y="2283840"/>
            <a:ext cx="365760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</a:rPr>
              <a:t>Query: “Can I get my money back?”</a:t>
            </a:r>
          </a:p>
        </p:txBody>
      </p:sp>
      <p:sp>
        <p:nvSpPr>
          <p:cNvPr id="25" name="Match1 Bar BG"/>
          <p:cNvSpPr/>
          <p:nvPr/>
        </p:nvSpPr>
        <p:spPr>
          <a:xfrm>
            <a:off x="4709160" y="2649960"/>
            <a:ext cx="3657600" cy="22860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Match1 Bar Fill"/>
          <p:cNvSpPr/>
          <p:nvPr/>
        </p:nvSpPr>
        <p:spPr>
          <a:xfrm>
            <a:off x="4709160" y="2649960"/>
            <a:ext cx="329184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Match1 Text"/>
          <p:cNvSpPr/>
          <p:nvPr/>
        </p:nvSpPr>
        <p:spPr>
          <a:xfrm>
            <a:off x="4709160" y="2649960"/>
            <a:ext cx="3657600" cy="2286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</a:rPr>
              <a:t>Refund Policy doc  — 90% match</a:t>
            </a:r>
          </a:p>
        </p:txBody>
      </p:sp>
      <p:sp>
        <p:nvSpPr>
          <p:cNvPr id="28" name="Match2 BG"/>
          <p:cNvSpPr/>
          <p:nvPr/>
        </p:nvSpPr>
        <p:spPr>
          <a:xfrm>
            <a:off x="4709160" y="2923640"/>
            <a:ext cx="3657600" cy="22860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Match2 Fill"/>
          <p:cNvSpPr/>
          <p:nvPr/>
        </p:nvSpPr>
        <p:spPr>
          <a:xfrm>
            <a:off x="4709160" y="2923640"/>
            <a:ext cx="219456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Match2 Text"/>
          <p:cNvSpPr/>
          <p:nvPr/>
        </p:nvSpPr>
        <p:spPr>
          <a:xfrm>
            <a:off x="4709160" y="2923640"/>
            <a:ext cx="3657600" cy="2286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</a:rPr>
              <a:t>FAQ: Returns &amp; Exchanges  — 60%</a:t>
            </a:r>
          </a:p>
        </p:txBody>
      </p:sp>
      <p:sp>
        <p:nvSpPr>
          <p:cNvPr id="31" name="Match3 BG"/>
          <p:cNvSpPr/>
          <p:nvPr/>
        </p:nvSpPr>
        <p:spPr>
          <a:xfrm>
            <a:off x="4709160" y="3197320"/>
            <a:ext cx="3657600" cy="22860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Match3 Fill"/>
          <p:cNvSpPr/>
          <p:nvPr/>
        </p:nvSpPr>
        <p:spPr>
          <a:xfrm>
            <a:off x="4709160" y="3197320"/>
            <a:ext cx="1097280" cy="228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Match3 Text"/>
          <p:cNvSpPr/>
          <p:nvPr/>
        </p:nvSpPr>
        <p:spPr>
          <a:xfrm>
            <a:off x="4709160" y="3197320"/>
            <a:ext cx="3657600" cy="2286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4A6E"/>
                </a:solidFill>
                <a:latin typeface="Calibri" pitchFamily="34" charset="0"/>
              </a:rPr>
              <a:t>Shipping Guide  — 30%</a:t>
            </a:r>
          </a:p>
        </p:txBody>
      </p:sp>
      <p:sp>
        <p:nvSpPr>
          <p:cNvPr id="34" name="Text Top Match"/>
          <p:cNvSpPr/>
          <p:nvPr/>
        </p:nvSpPr>
        <p:spPr>
          <a:xfrm>
            <a:off x="4709160" y="3471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>Top match is injected into the prompt as context. AI answers with real data.</a:t>
            </a:r>
          </a:p>
        </p:txBody>
      </p:sp>
      <p:sp>
        <p:nvSpPr>
          <p:cNvPr id="40" name="Shape Insight"/>
          <p:cNvSpPr/>
          <p:nvPr/>
        </p:nvSpPr>
        <p:spPr>
          <a:xfrm>
            <a:off x="411480" y="5257080"/>
            <a:ext cx="8274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Insight"/>
          <p:cNvSpPr/>
          <p:nvPr/>
        </p:nvSpPr>
        <p:spPr>
          <a:xfrm>
            <a:off x="548640" y="5257080"/>
            <a:ext cx="813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 xml:space="preserve">Common databases: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>Pinecone, Weaviate, pgvector (PostgreSQL extension), Chroma, Qdrant. Most cloud providers now offer built-in vector 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02 · AGENTIC AI and Corporate Applications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</a:rPr>
              <a:t>LangChain and LangGraph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Sub"/>
          <p:cNvSpPr/>
          <p:nvPr/>
        </p:nvSpPr>
        <p:spPr>
          <a:xfrm>
            <a:off x="457200" y="144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The developer toolkit for building AI agents — LangChain for pipelines, LangGraph for stateful workflows</a:t>
            </a:r>
          </a:p>
        </p:txBody>
      </p:sp>
      <p:sp>
        <p:nvSpPr>
          <p:cNvPr id="10" name="Box LC"/>
          <p:cNvSpPr/>
          <p:nvPr/>
        </p:nvSpPr>
        <p:spPr>
          <a:xfrm>
            <a:off x="411480" y="1872360"/>
            <a:ext cx="38404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LC Hdr"/>
          <p:cNvSpPr/>
          <p:nvPr/>
        </p:nvSpPr>
        <p:spPr>
          <a:xfrm>
            <a:off x="411480" y="1872360"/>
            <a:ext cx="3840480" cy="320040"/>
          </a:xfrm>
          <a:prstGeom prst="rect">
            <a:avLst/>
          </a:prstGeom>
          <a:solidFill>
            <a:srgbClr val="1C6B48"/>
          </a:solidFill>
          <a:ln w="12700">
            <a:solidFill>
              <a:srgbClr val="1C6B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LC Hdr"/>
          <p:cNvSpPr/>
          <p:nvPr/>
        </p:nvSpPr>
        <p:spPr>
          <a:xfrm>
            <a:off x="411480" y="1872360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LangChain</a:t>
            </a:r>
          </a:p>
        </p:txBody>
      </p:sp>
      <p:sp>
        <p:nvSpPr>
          <p:cNvPr id="13" name="Text LC Body"/>
          <p:cNvSpPr/>
          <p:nvPr/>
        </p:nvSpPr>
        <p:spPr>
          <a:xfrm>
            <a:off x="502920" y="22377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</a:rPr>
              <a:t>A framework for chaining LLM calls into pipelines. Connect your model to tools, memory, and data sources with a few lines of code.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 b="1" dirty="0">
                <a:solidFill>
                  <a:srgbClr val="1C6B48"/>
                </a:solidFill>
                <a:latin typeface="Calibri" pitchFamily="34" charset="0"/>
              </a:rPr>
              <a:t>Best for: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RAG apps, chatbots, document Q&amp;A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Pro: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Huge ecosystem, fast to prototype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</a:rPr>
              <a:t>Con: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Linear flows only; limited for complex multi-step agents</a:t>
            </a:r>
          </a:p>
        </p:txBody>
      </p:sp>
      <p:sp>
        <p:nvSpPr>
          <p:cNvPr id="20" name="Box LG"/>
          <p:cNvSpPr/>
          <p:nvPr/>
        </p:nvSpPr>
        <p:spPr>
          <a:xfrm>
            <a:off x="4617720" y="1872360"/>
            <a:ext cx="384048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LG Hdr"/>
          <p:cNvSpPr/>
          <p:nvPr/>
        </p:nvSpPr>
        <p:spPr>
          <a:xfrm>
            <a:off x="4617720" y="1872360"/>
            <a:ext cx="384048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LG Hdr"/>
          <p:cNvSpPr/>
          <p:nvPr/>
        </p:nvSpPr>
        <p:spPr>
          <a:xfrm>
            <a:off x="4617720" y="1872360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LangGraph</a:t>
            </a:r>
          </a:p>
        </p:txBody>
      </p:sp>
      <p:sp>
        <p:nvSpPr>
          <p:cNvPr id="23" name="Text LG Body"/>
          <p:cNvSpPr/>
          <p:nvPr/>
        </p:nvSpPr>
        <p:spPr>
          <a:xfrm>
            <a:off x="4709160" y="22377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</a:rPr>
              <a:t>Built on LangChain, models agents as a graph: nodes are actions, edges are decisions. Enables loops, branching, and human-in-the-loop checkpoints.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</a:rPr>
              <a:t>Best for: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Multi-step agents, approval workflows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</a:rPr>
              <a:t>Pro: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Handles cycles, state, and conditional routing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</a:rPr>
              <a:t>Con: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 xml:space="preserve"> Steeper learning curve; heavier for simple tasks</a:t>
            </a:r>
          </a:p>
        </p:txBody>
      </p:sp>
      <p:sp>
        <p:nvSpPr>
          <p:cNvPr id="30" name="Flow Label"/>
          <p:cNvSpPr/>
          <p:nvPr/>
        </p:nvSpPr>
        <p:spPr>
          <a:xfrm>
            <a:off x="411480" y="4752360"/>
            <a:ext cx="827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>LangGraph agentic loop:  START → Plan → Use Tools → Check Result → Done? → Yes: END  |  No: loop back to Plan</a:t>
            </a:r>
          </a:p>
        </p:txBody>
      </p:sp>
      <p:sp>
        <p:nvSpPr>
          <p:cNvPr id="40" name="Shape Insight"/>
          <p:cNvSpPr/>
          <p:nvPr/>
        </p:nvSpPr>
        <p:spPr>
          <a:xfrm>
            <a:off x="411480" y="5120280"/>
            <a:ext cx="8274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Insight"/>
          <p:cNvSpPr/>
          <p:nvPr/>
        </p:nvSpPr>
        <p:spPr>
          <a:xfrm>
            <a:off x="548640" y="5120280"/>
            <a:ext cx="813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</a:rPr>
              <a:t xml:space="preserve">Rule of thumb: </a:t>
            </a:r>
            <a:r>
              <a:rPr lang="en-US" sz="900" dirty="0">
                <a:solidFill>
                  <a:srgbClr val="475569"/>
                </a:solidFill>
                <a:latin typeface="Calibri" pitchFamily="34" charset="0"/>
              </a:rPr>
              <a:t>Start with LangChain for simple RAG and Q&amp;A apps. Graduate to LangGraph when your agent needs to loop, branch, or pause for human review.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10972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37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508760" y="2084832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Trends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Research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508760" y="3611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the new “buzzword”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2026 TRENDS &amp; FRONTIER RESEARCH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81107"/>
            <a:ext cx="8321040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81107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36555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035971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1346867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require persistent memory across sessions. Three layers: in-context (prompt), external (vector DB), and continual learning (weights). Harness Engineering — Agent = Model + Harness — is the 2026 architecture paradigm for reliable, grounded agents.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1480" y="1749203"/>
            <a:ext cx="8321040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749203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04651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1804067"/>
            <a:ext cx="3292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“Super Agents” &amp; Multi-Agent Systems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691640" y="2114963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plan, use tools, and complete complex tasks autonomously. Multi-agent dashboards let teams orchestrate fleets of specialized agents. Real examples: Claude Code, GitHub Copilot Workspace, Anthropic Cowork, Google Agentspace.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11480" y="2516849"/>
            <a:ext cx="8321040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48640" y="2516849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672297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2571713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Adoption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691640" y="2882609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are being distilled into compact versions (SLMs). Runs on your laptop or phone. Enables offline AI and cost-efficient deployments.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8046720" y="2718017"/>
            <a:ext cx="59436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046720" y="2718017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411480" y="3284495"/>
            <a:ext cx="8321040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48640" y="3284495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439943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91640" y="3339359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” by Andrej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Kaparthy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691640" y="3650255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Karpathy’s vision: AI that autonomously reads papers, forms hypotheses, runs experiments, and iterates — compressing months of human research into hours. Already emerging in drug discovery and materials science labs via AI co-scientists.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8046720" y="3485663"/>
            <a:ext cx="59436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8046720" y="3485663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700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BFE8A90E-0B5F-337D-77CF-5DEE35E242FF}"/>
              </a:ext>
            </a:extLst>
          </p:cNvPr>
          <p:cNvSpPr/>
          <p:nvPr/>
        </p:nvSpPr>
        <p:spPr>
          <a:xfrm>
            <a:off x="8046720" y="1980089"/>
            <a:ext cx="59436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B96FEAB3-8E53-6930-AE60-BFA59C0EBED7}"/>
              </a:ext>
            </a:extLst>
          </p:cNvPr>
          <p:cNvSpPr/>
          <p:nvPr/>
        </p:nvSpPr>
        <p:spPr>
          <a:xfrm>
            <a:off x="8046720" y="1980089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70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852CE0A0-DAF0-8F30-CB3D-26C37FDEEA4E}"/>
              </a:ext>
            </a:extLst>
          </p:cNvPr>
          <p:cNvSpPr/>
          <p:nvPr/>
        </p:nvSpPr>
        <p:spPr>
          <a:xfrm>
            <a:off x="8030980" y="1172681"/>
            <a:ext cx="594360" cy="25603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C01541D1-7A0D-3045-0C32-38C4DFD6C479}"/>
              </a:ext>
            </a:extLst>
          </p:cNvPr>
          <p:cNvSpPr/>
          <p:nvPr/>
        </p:nvSpPr>
        <p:spPr>
          <a:xfrm>
            <a:off x="8030980" y="1172681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700" dirty="0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D896A148-D03E-1DE9-293D-906B3C0BFA4F}"/>
              </a:ext>
            </a:extLst>
          </p:cNvPr>
          <p:cNvSpPr/>
          <p:nvPr/>
        </p:nvSpPr>
        <p:spPr>
          <a:xfrm>
            <a:off x="411480" y="4052141"/>
            <a:ext cx="8321040" cy="676656"/>
          </a:xfrm>
          <a:prstGeom prst="rect">
            <a:avLst/>
          </a:prstGeom>
          <a:solidFill>
            <a:srgbClr val="1A2B4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495125C7-F990-2985-38D4-5E9D27D9DB97}"/>
              </a:ext>
            </a:extLst>
          </p:cNvPr>
          <p:cNvSpPr/>
          <p:nvPr/>
        </p:nvSpPr>
        <p:spPr>
          <a:xfrm>
            <a:off x="548640" y="4052141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pic>
        <p:nvPicPr>
          <p:cNvPr id="53" name="Image 4" descr="preencoded.png">
            <a:extLst>
              <a:ext uri="{FF2B5EF4-FFF2-40B4-BE49-F238E27FC236}">
                <a16:creationId xmlns:a16="http://schemas.microsoft.com/office/drawing/2014/main" id="{398545FF-9973-C8EA-5F8B-AAD0A24414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207589"/>
            <a:ext cx="347472" cy="347472"/>
          </a:xfrm>
          <a:prstGeom prst="rect">
            <a:avLst/>
          </a:prstGeom>
        </p:spPr>
      </p:pic>
      <p:sp>
        <p:nvSpPr>
          <p:cNvPr id="54" name="Text 29">
            <a:extLst>
              <a:ext uri="{FF2B5EF4-FFF2-40B4-BE49-F238E27FC236}">
                <a16:creationId xmlns:a16="http://schemas.microsoft.com/office/drawing/2014/main" id="{88E3163D-0E2F-34C3-CBCE-16FFA0461FA2}"/>
              </a:ext>
            </a:extLst>
          </p:cNvPr>
          <p:cNvSpPr/>
          <p:nvPr/>
        </p:nvSpPr>
        <p:spPr>
          <a:xfrm>
            <a:off x="1691640" y="4107005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Alignment</a:t>
            </a:r>
            <a:endParaRPr lang="en-US" sz="12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568657FF-E093-219B-13A5-4D348ECBDAE0}"/>
              </a:ext>
            </a:extLst>
          </p:cNvPr>
          <p:cNvSpPr/>
          <p:nvPr/>
        </p:nvSpPr>
        <p:spPr>
          <a:xfrm>
            <a:off x="1691640" y="4417901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systems become more autonomous, keeping them aligned with human intent becomes critical. Interpretability, and tractability research remain as key 2026 focus area.</a:t>
            </a:r>
            <a:endParaRPr lang="en-US" sz="850" dirty="0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8918E96C-B9BD-F60E-985D-4DC0A1EA344F}"/>
              </a:ext>
            </a:extLst>
          </p:cNvPr>
          <p:cNvSpPr/>
          <p:nvPr/>
        </p:nvSpPr>
        <p:spPr>
          <a:xfrm>
            <a:off x="8046720" y="4253309"/>
            <a:ext cx="594360" cy="256032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E635CACA-9FAD-2C35-7D93-61C89D526563}"/>
              </a:ext>
            </a:extLst>
          </p:cNvPr>
          <p:cNvSpPr/>
          <p:nvPr/>
        </p:nvSpPr>
        <p:spPr>
          <a:xfrm>
            <a:off x="8046720" y="4253309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4B8A6">
              <a:alpha val="7000"/>
            </a:srgbClr>
          </a:solidFill>
          <a:ln w="12700">
            <a:solidFill>
              <a:srgbClr val="14B8A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3716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available on request · Built with curiosity and a lot of tokens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34B09-CA25-9258-DCC3-6A7550D7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08F6C55-723F-CD40-8FC5-B5DAC88A6466}"/>
              </a:ext>
            </a:extLst>
          </p:cNvPr>
          <p:cNvSpPr/>
          <p:nvPr/>
        </p:nvSpPr>
        <p:spPr>
          <a:xfrm>
            <a:off x="457200" y="256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Resource Page</a:t>
            </a:r>
            <a:endParaRPr lang="en-US" sz="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E87A56-5E2F-4AD0-F57E-B87F1F5AB6D2}"/>
              </a:ext>
            </a:extLst>
          </p:cNvPr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4C7A72-0EE3-EE90-5035-0ECD7B8EB0CD}"/>
              </a:ext>
            </a:extLst>
          </p:cNvPr>
          <p:cNvSpPr/>
          <p:nvPr/>
        </p:nvSpPr>
        <p:spPr>
          <a:xfrm>
            <a:off x="457200" y="1371600"/>
            <a:ext cx="8229600" cy="1371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5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1089</Words>
  <Application>Microsoft Macintosh PowerPoint</Application>
  <PresentationFormat>On-screen Show (16:9)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&amp; Agentic AI — Knowledge Sharing</dc:title>
  <dc:subject>PptxGenJS Presentation</dc:subject>
  <dc:creator>PptxGenJS</dc:creator>
  <cp:lastModifiedBy>Zhenqi Yang</cp:lastModifiedBy>
  <cp:revision>2</cp:revision>
  <dcterms:created xsi:type="dcterms:W3CDTF">2026-04-05T21:33:43Z</dcterms:created>
  <dcterms:modified xsi:type="dcterms:W3CDTF">2026-04-07T05:46:42Z</dcterms:modified>
</cp:coreProperties>
</file>