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7" r:id="rId4"/>
    <p:sldId id="288" r:id="rId5"/>
    <p:sldId id="289" r:id="rId6"/>
    <p:sldId id="293" r:id="rId7"/>
    <p:sldId id="295" r:id="rId8"/>
    <p:sldId id="296" r:id="rId9"/>
    <p:sldId id="297" r:id="rId10"/>
    <p:sldId id="291" r:id="rId11"/>
    <p:sldId id="300" r:id="rId12"/>
    <p:sldId id="305" r:id="rId13"/>
    <p:sldId id="306" r:id="rId14"/>
    <p:sldId id="307" r:id="rId15"/>
    <p:sldId id="308" r:id="rId16"/>
    <p:sldId id="309" r:id="rId17"/>
    <p:sldId id="310" r:id="rId18"/>
    <p:sldId id="298" r:id="rId19"/>
    <p:sldId id="311" r:id="rId20"/>
    <p:sldId id="312" r:id="rId21"/>
    <p:sldId id="318" r:id="rId22"/>
    <p:sldId id="317" r:id="rId23"/>
    <p:sldId id="313" r:id="rId24"/>
    <p:sldId id="314" r:id="rId25"/>
    <p:sldId id="315" r:id="rId26"/>
    <p:sldId id="316" r:id="rId27"/>
    <p:sldId id="276" r:id="rId28"/>
    <p:sldId id="304" r:id="rId29"/>
    <p:sldId id="261" r:id="rId30"/>
    <p:sldId id="270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56B4BA-D4D2-B645-A16D-0AED7A83FD72}">
          <p14:sldIdLst>
            <p14:sldId id="256"/>
            <p14:sldId id="257"/>
            <p14:sldId id="287"/>
            <p14:sldId id="288"/>
            <p14:sldId id="289"/>
            <p14:sldId id="293"/>
            <p14:sldId id="295"/>
            <p14:sldId id="296"/>
            <p14:sldId id="297"/>
            <p14:sldId id="291"/>
            <p14:sldId id="300"/>
            <p14:sldId id="305"/>
            <p14:sldId id="306"/>
            <p14:sldId id="307"/>
            <p14:sldId id="308"/>
            <p14:sldId id="309"/>
            <p14:sldId id="310"/>
            <p14:sldId id="298"/>
            <p14:sldId id="311"/>
            <p14:sldId id="312"/>
            <p14:sldId id="318"/>
            <p14:sldId id="317"/>
            <p14:sldId id="313"/>
            <p14:sldId id="314"/>
            <p14:sldId id="315"/>
            <p14:sldId id="316"/>
            <p14:sldId id="276"/>
          </p14:sldIdLst>
        </p14:section>
        <p14:section name="Appendix" id="{5C084D4D-0EDF-2B43-840A-4D0FF5B935AA}">
          <p14:sldIdLst>
            <p14:sldId id="304"/>
            <p14:sldId id="26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1E3407-F966-2948-B49E-04385C1C97DA}" v="117" dt="2026-08-07T00:32:16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63" d="100"/>
          <a:sy n="163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qi Yang" userId="f6871e969a043391" providerId="LiveId" clId="{388DEC17-A882-55C3-A2F9-E33370200D2C}"/>
    <pc:docChg chg="undo custSel addSld delSld modSld sldOrd modSection">
      <pc:chgData name="Zhenqi Yang" userId="f6871e969a043391" providerId="LiveId" clId="{388DEC17-A882-55C3-A2F9-E33370200D2C}" dt="2026-08-07T00:32:34.015" v="4557" actId="1076"/>
      <pc:docMkLst>
        <pc:docMk/>
      </pc:docMkLst>
      <pc:sldChg chg="modSp mod">
        <pc:chgData name="Zhenqi Yang" userId="f6871e969a043391" providerId="LiveId" clId="{388DEC17-A882-55C3-A2F9-E33370200D2C}" dt="2026-08-07T00:00:21.921" v="4490" actId="13926"/>
        <pc:sldMkLst>
          <pc:docMk/>
          <pc:sldMk cId="0" sldId="256"/>
        </pc:sldMkLst>
        <pc:spChg chg="mod">
          <ac:chgData name="Zhenqi Yang" userId="f6871e969a043391" providerId="LiveId" clId="{388DEC17-A882-55C3-A2F9-E33370200D2C}" dt="2026-08-07T00:00:21.921" v="4490" actId="13926"/>
          <ac:spMkLst>
            <pc:docMk/>
            <pc:sldMk cId="0" sldId="256"/>
            <ac:spMk id="8" creationId="{00000000-0000-0000-0000-000000000000}"/>
          </ac:spMkLst>
        </pc:spChg>
        <pc:spChg chg="mod">
          <ac:chgData name="Zhenqi Yang" userId="f6871e969a043391" providerId="LiveId" clId="{388DEC17-A882-55C3-A2F9-E33370200D2C}" dt="2026-08-05T20:15:43.582" v="2128" actId="20577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Zhenqi Yang" userId="f6871e969a043391" providerId="LiveId" clId="{388DEC17-A882-55C3-A2F9-E33370200D2C}" dt="2026-08-05T19:41:54.598" v="140" actId="478"/>
        <pc:sldMkLst>
          <pc:docMk/>
          <pc:sldMk cId="0" sldId="257"/>
        </pc:sldMkLst>
        <pc:spChg chg="mod">
          <ac:chgData name="Zhenqi Yang" userId="f6871e969a043391" providerId="LiveId" clId="{388DEC17-A882-55C3-A2F9-E33370200D2C}" dt="2026-08-05T19:18:11.836" v="3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22:03.578" v="101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55.418" v="119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0:47.149" v="109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Zhenqi Yang" userId="f6871e969a043391" providerId="LiveId" clId="{388DEC17-A882-55C3-A2F9-E33370200D2C}" dt="2026-08-05T19:41:11.787" v="139" actId="20577"/>
          <ac:spMkLst>
            <pc:docMk/>
            <pc:sldMk cId="0" sldId="257"/>
            <ac:spMk id="28" creationId="{00000000-0000-0000-0000-000000000000}"/>
          </ac:spMkLst>
        </pc:spChg>
      </pc:sldChg>
      <pc:sldChg chg="add del ord">
        <pc:chgData name="Zhenqi Yang" userId="f6871e969a043391" providerId="LiveId" clId="{388DEC17-A882-55C3-A2F9-E33370200D2C}" dt="2026-08-06T04:53:04.818" v="2699" actId="2696"/>
        <pc:sldMkLst>
          <pc:docMk/>
          <pc:sldMk cId="0" sldId="258"/>
        </pc:sldMkLst>
      </pc:sldChg>
      <pc:sldChg chg="modSp add del mod setBg">
        <pc:chgData name="Zhenqi Yang" userId="f6871e969a043391" providerId="LiveId" clId="{388DEC17-A882-55C3-A2F9-E33370200D2C}" dt="2026-08-06T04:53:51.143" v="2707" actId="2696"/>
        <pc:sldMkLst>
          <pc:docMk/>
          <pc:sldMk cId="0" sldId="259"/>
        </pc:sldMkLst>
      </pc:sldChg>
      <pc:sldChg chg="add del">
        <pc:chgData name="Zhenqi Yang" userId="f6871e969a043391" providerId="LiveId" clId="{388DEC17-A882-55C3-A2F9-E33370200D2C}" dt="2026-08-06T04:57:30.029" v="2732" actId="2696"/>
        <pc:sldMkLst>
          <pc:docMk/>
          <pc:sldMk cId="0" sldId="260"/>
        </pc:sldMkLst>
      </pc:sldChg>
      <pc:sldChg chg="add del">
        <pc:chgData name="Zhenqi Yang" userId="f6871e969a043391" providerId="LiveId" clId="{388DEC17-A882-55C3-A2F9-E33370200D2C}" dt="2026-08-06T04:26:50.800" v="2640"/>
        <pc:sldMkLst>
          <pc:docMk/>
          <pc:sldMk cId="0" sldId="261"/>
        </pc:sldMkLst>
      </pc:sldChg>
      <pc:sldChg chg="del">
        <pc:chgData name="Zhenqi Yang" userId="f6871e969a043391" providerId="LiveId" clId="{388DEC17-A882-55C3-A2F9-E33370200D2C}" dt="2026-08-05T20:14:36" v="2102" actId="2696"/>
        <pc:sldMkLst>
          <pc:docMk/>
          <pc:sldMk cId="0" sldId="263"/>
        </pc:sldMkLst>
      </pc:sldChg>
      <pc:sldChg chg="del">
        <pc:chgData name="Zhenqi Yang" userId="f6871e969a043391" providerId="LiveId" clId="{388DEC17-A882-55C3-A2F9-E33370200D2C}" dt="2026-08-05T20:14:39.349" v="2105" actId="2696"/>
        <pc:sldMkLst>
          <pc:docMk/>
          <pc:sldMk cId="0" sldId="264"/>
        </pc:sldMkLst>
      </pc:sldChg>
      <pc:sldChg chg="del">
        <pc:chgData name="Zhenqi Yang" userId="f6871e969a043391" providerId="LiveId" clId="{388DEC17-A882-55C3-A2F9-E33370200D2C}" dt="2026-08-05T20:14:45.861" v="2107" actId="2696"/>
        <pc:sldMkLst>
          <pc:docMk/>
          <pc:sldMk cId="0" sldId="265"/>
        </pc:sldMkLst>
      </pc:sldChg>
      <pc:sldChg chg="del">
        <pc:chgData name="Zhenqi Yang" userId="f6871e969a043391" providerId="LiveId" clId="{388DEC17-A882-55C3-A2F9-E33370200D2C}" dt="2026-08-05T20:14:47.867" v="2108" actId="2696"/>
        <pc:sldMkLst>
          <pc:docMk/>
          <pc:sldMk cId="0" sldId="268"/>
        </pc:sldMkLst>
      </pc:sldChg>
      <pc:sldChg chg="delSp mod ord">
        <pc:chgData name="Zhenqi Yang" userId="f6871e969a043391" providerId="LiveId" clId="{388DEC17-A882-55C3-A2F9-E33370200D2C}" dt="2026-08-05T20:15:12.794" v="2117" actId="478"/>
        <pc:sldMkLst>
          <pc:docMk/>
          <pc:sldMk cId="0" sldId="270"/>
        </pc:sldMkLst>
      </pc:sldChg>
      <pc:sldChg chg="del">
        <pc:chgData name="Zhenqi Yang" userId="f6871e969a043391" providerId="LiveId" clId="{388DEC17-A882-55C3-A2F9-E33370200D2C}" dt="2026-08-05T20:15:02.311" v="2113" actId="2696"/>
        <pc:sldMkLst>
          <pc:docMk/>
          <pc:sldMk cId="0" sldId="271"/>
        </pc:sldMkLst>
      </pc:sldChg>
      <pc:sldChg chg="del">
        <pc:chgData name="Zhenqi Yang" userId="f6871e969a043391" providerId="LiveId" clId="{388DEC17-A882-55C3-A2F9-E33370200D2C}" dt="2026-08-05T20:15:02.785" v="2114" actId="2696"/>
        <pc:sldMkLst>
          <pc:docMk/>
          <pc:sldMk cId="0" sldId="272"/>
        </pc:sldMkLst>
      </pc:sldChg>
      <pc:sldChg chg="modSp mod">
        <pc:chgData name="Zhenqi Yang" userId="f6871e969a043391" providerId="LiveId" clId="{388DEC17-A882-55C3-A2F9-E33370200D2C}" dt="2026-08-05T20:15:23.806" v="2118" actId="20577"/>
        <pc:sldMkLst>
          <pc:docMk/>
          <pc:sldMk cId="0" sldId="276"/>
        </pc:sldMkLst>
        <pc:spChg chg="mod">
          <ac:chgData name="Zhenqi Yang" userId="f6871e969a043391" providerId="LiveId" clId="{388DEC17-A882-55C3-A2F9-E33370200D2C}" dt="2026-08-05T20:15:23.806" v="2118" actId="20577"/>
          <ac:spMkLst>
            <pc:docMk/>
            <pc:sldMk cId="0" sldId="276"/>
            <ac:spMk id="17" creationId="{00000000-0000-0000-0000-000000000000}"/>
          </ac:spMkLst>
        </pc:spChg>
      </pc:sldChg>
      <pc:sldChg chg="del">
        <pc:chgData name="Zhenqi Yang" userId="f6871e969a043391" providerId="LiveId" clId="{388DEC17-A882-55C3-A2F9-E33370200D2C}" dt="2026-08-05T20:14:37.563" v="2104" actId="2696"/>
        <pc:sldMkLst>
          <pc:docMk/>
          <pc:sldMk cId="705114765" sldId="277"/>
        </pc:sldMkLst>
      </pc:sldChg>
      <pc:sldChg chg="del">
        <pc:chgData name="Zhenqi Yang" userId="f6871e969a043391" providerId="LiveId" clId="{388DEC17-A882-55C3-A2F9-E33370200D2C}" dt="2026-08-05T20:14:55.708" v="2109" actId="2696"/>
        <pc:sldMkLst>
          <pc:docMk/>
          <pc:sldMk cId="0" sldId="279"/>
        </pc:sldMkLst>
      </pc:sldChg>
      <pc:sldChg chg="del">
        <pc:chgData name="Zhenqi Yang" userId="f6871e969a043391" providerId="LiveId" clId="{388DEC17-A882-55C3-A2F9-E33370200D2C}" dt="2026-08-05T20:14:58.358" v="2110" actId="2696"/>
        <pc:sldMkLst>
          <pc:docMk/>
          <pc:sldMk cId="0" sldId="280"/>
        </pc:sldMkLst>
      </pc:sldChg>
      <pc:sldChg chg="del">
        <pc:chgData name="Zhenqi Yang" userId="f6871e969a043391" providerId="LiveId" clId="{388DEC17-A882-55C3-A2F9-E33370200D2C}" dt="2026-08-05T20:15:00.247" v="2112" actId="2696"/>
        <pc:sldMkLst>
          <pc:docMk/>
          <pc:sldMk cId="0" sldId="281"/>
        </pc:sldMkLst>
      </pc:sldChg>
      <pc:sldChg chg="del">
        <pc:chgData name="Zhenqi Yang" userId="f6871e969a043391" providerId="LiveId" clId="{388DEC17-A882-55C3-A2F9-E33370200D2C}" dt="2026-08-05T20:14:59.660" v="2111" actId="2696"/>
        <pc:sldMkLst>
          <pc:docMk/>
          <pc:sldMk cId="0" sldId="282"/>
        </pc:sldMkLst>
      </pc:sldChg>
      <pc:sldChg chg="del">
        <pc:chgData name="Zhenqi Yang" userId="f6871e969a043391" providerId="LiveId" clId="{388DEC17-A882-55C3-A2F9-E33370200D2C}" dt="2026-08-05T20:14:40.575" v="2106" actId="2696"/>
        <pc:sldMkLst>
          <pc:docMk/>
          <pc:sldMk cId="3333788453" sldId="283"/>
        </pc:sldMkLst>
      </pc:sldChg>
      <pc:sldChg chg="del">
        <pc:chgData name="Zhenqi Yang" userId="f6871e969a043391" providerId="LiveId" clId="{388DEC17-A882-55C3-A2F9-E33370200D2C}" dt="2026-08-05T20:15:08.207" v="2116" actId="2696"/>
        <pc:sldMkLst>
          <pc:docMk/>
          <pc:sldMk cId="3804952064" sldId="285"/>
        </pc:sldMkLst>
      </pc:sldChg>
      <pc:sldChg chg="modSp del mod">
        <pc:chgData name="Zhenqi Yang" userId="f6871e969a043391" providerId="LiveId" clId="{388DEC17-A882-55C3-A2F9-E33370200D2C}" dt="2026-08-06T03:04:34.732" v="2553" actId="2696"/>
        <pc:sldMkLst>
          <pc:docMk/>
          <pc:sldMk cId="0" sldId="286"/>
        </pc:sldMkLst>
      </pc:sldChg>
      <pc:sldChg chg="addSp delSp modSp add mod ord">
        <pc:chgData name="Zhenqi Yang" userId="f6871e969a043391" providerId="LiveId" clId="{388DEC17-A882-55C3-A2F9-E33370200D2C}" dt="2026-08-06T23:51:40.730" v="4236" actId="1035"/>
        <pc:sldMkLst>
          <pc:docMk/>
          <pc:sldMk cId="1505430081" sldId="287"/>
        </pc:sldMkLst>
        <pc:spChg chg="mod">
          <ac:chgData name="Zhenqi Yang" userId="f6871e969a043391" providerId="LiveId" clId="{388DEC17-A882-55C3-A2F9-E33370200D2C}" dt="2026-08-05T19:42:27.503" v="144" actId="1076"/>
          <ac:spMkLst>
            <pc:docMk/>
            <pc:sldMk cId="1505430081" sldId="287"/>
            <ac:spMk id="3" creationId="{2D42883B-D830-E14E-69FB-B23FDB62E0FF}"/>
          </ac:spMkLst>
        </pc:spChg>
        <pc:spChg chg="mod">
          <ac:chgData name="Zhenqi Yang" userId="f6871e969a043391" providerId="LiveId" clId="{388DEC17-A882-55C3-A2F9-E33370200D2C}" dt="2026-08-06T02:22:48.742" v="2427" actId="1076"/>
          <ac:spMkLst>
            <pc:docMk/>
            <pc:sldMk cId="1505430081" sldId="287"/>
            <ac:spMk id="4" creationId="{E6FB5EC8-A1C2-11B0-CA20-8F09A092BBD0}"/>
          </ac:spMkLst>
        </pc:spChg>
        <pc:spChg chg="add del mod">
          <ac:chgData name="Zhenqi Yang" userId="f6871e969a043391" providerId="LiveId" clId="{388DEC17-A882-55C3-A2F9-E33370200D2C}" dt="2026-08-06T02:22:36.359" v="2425" actId="403"/>
          <ac:spMkLst>
            <pc:docMk/>
            <pc:sldMk cId="1505430081" sldId="287"/>
            <ac:spMk id="5" creationId="{6EE5565B-E7A2-BD02-FD4F-7E97902288AF}"/>
          </ac:spMkLst>
        </pc:spChg>
        <pc:spChg chg="mod">
          <ac:chgData name="Zhenqi Yang" userId="f6871e969a043391" providerId="LiveId" clId="{388DEC17-A882-55C3-A2F9-E33370200D2C}" dt="2026-08-05T19:42:27.503" v="144" actId="1076"/>
          <ac:spMkLst>
            <pc:docMk/>
            <pc:sldMk cId="1505430081" sldId="287"/>
            <ac:spMk id="6" creationId="{174E6B56-9112-63FE-16AE-61A0E43F446D}"/>
          </ac:spMkLst>
        </pc:spChg>
        <pc:spChg chg="add del mod">
          <ac:chgData name="Zhenqi Yang" userId="f6871e969a043391" providerId="LiveId" clId="{388DEC17-A882-55C3-A2F9-E33370200D2C}" dt="2026-08-06T23:50:44.973" v="4181" actId="478"/>
          <ac:spMkLst>
            <pc:docMk/>
            <pc:sldMk cId="1505430081" sldId="287"/>
            <ac:spMk id="64" creationId="{6FDBD950-500B-60DC-43FB-8F8C8CD71049}"/>
          </ac:spMkLst>
        </pc:spChg>
        <pc:spChg chg="add del mod">
          <ac:chgData name="Zhenqi Yang" userId="f6871e969a043391" providerId="LiveId" clId="{388DEC17-A882-55C3-A2F9-E33370200D2C}" dt="2026-08-06T23:50:44.973" v="4181" actId="478"/>
          <ac:spMkLst>
            <pc:docMk/>
            <pc:sldMk cId="1505430081" sldId="287"/>
            <ac:spMk id="67" creationId="{2282B016-2C10-CEAE-F92C-8B8CD559020E}"/>
          </ac:spMkLst>
        </pc:spChg>
        <pc:spChg chg="del">
          <ac:chgData name="Zhenqi Yang" userId="f6871e969a043391" providerId="LiveId" clId="{388DEC17-A882-55C3-A2F9-E33370200D2C}" dt="2026-08-06T23:51:01.218" v="4185" actId="478"/>
          <ac:spMkLst>
            <pc:docMk/>
            <pc:sldMk cId="1505430081" sldId="287"/>
            <ac:spMk id="68" creationId="{0032F863-E9AE-4FB0-9A9F-9262B74F1BE4}"/>
          </ac:spMkLst>
        </pc:spChg>
        <pc:spChg chg="del">
          <ac:chgData name="Zhenqi Yang" userId="f6871e969a043391" providerId="LiveId" clId="{388DEC17-A882-55C3-A2F9-E33370200D2C}" dt="2026-08-06T23:50:56.879" v="4184" actId="478"/>
          <ac:spMkLst>
            <pc:docMk/>
            <pc:sldMk cId="1505430081" sldId="287"/>
            <ac:spMk id="69" creationId="{55105E3F-A15F-A147-3329-AE3C0566B680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77" creationId="{D54A42DF-D87F-1985-C7A6-41FA233F895F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86" creationId="{40854A73-2CD5-AA73-6A49-183055F9220C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92" creationId="{E72FD1AF-6C92-9577-DE27-CD07609CA92A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05" creationId="{B5AB5665-BC15-0BF1-B98B-4F5BADBFACCB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18" creationId="{C5638B8A-4D8C-A58C-1FB2-61695CA97D74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19" creationId="{64922291-7B98-0AB0-E8BD-C6BBF6875B15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23" creationId="{18FBC429-7487-2075-537B-68663755521C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31" creationId="{94764CC3-F477-B115-9E15-1C2D9176C9AD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36" creationId="{35BF74F4-D968-6F32-087B-FE144A566A26}"/>
          </ac:spMkLst>
        </pc:spChg>
        <pc:spChg chg="mod">
          <ac:chgData name="Zhenqi Yang" userId="f6871e969a043391" providerId="LiveId" clId="{388DEC17-A882-55C3-A2F9-E33370200D2C}" dt="2026-08-06T23:51:25.202" v="4221" actId="14100"/>
          <ac:spMkLst>
            <pc:docMk/>
            <pc:sldMk cId="1505430081" sldId="287"/>
            <ac:spMk id="137" creationId="{8CAD0E19-0EBD-C00C-8BB9-C65233F43201}"/>
          </ac:spMkLst>
        </pc:spChg>
        <pc:spChg chg="mod">
          <ac:chgData name="Zhenqi Yang" userId="f6871e969a043391" providerId="LiveId" clId="{388DEC17-A882-55C3-A2F9-E33370200D2C}" dt="2026-08-06T23:51:40.730" v="4236" actId="1035"/>
          <ac:spMkLst>
            <pc:docMk/>
            <pc:sldMk cId="1505430081" sldId="287"/>
            <ac:spMk id="138" creationId="{29417F0F-B57C-69FF-B1D6-4A8989D6D5C4}"/>
          </ac:spMkLst>
        </pc:spChg>
        <pc:spChg chg="add mod">
          <ac:chgData name="Zhenqi Yang" userId="f6871e969a043391" providerId="LiveId" clId="{388DEC17-A882-55C3-A2F9-E33370200D2C}" dt="2026-08-06T23:51:16.540" v="4220" actId="1076"/>
          <ac:spMkLst>
            <pc:docMk/>
            <pc:sldMk cId="1505430081" sldId="287"/>
            <ac:spMk id="139" creationId="{5F4B06DD-A022-2634-7BBB-D5C346F1CB97}"/>
          </ac:spMkLst>
        </pc:spChg>
        <pc:picChg chg="add del mod">
          <ac:chgData name="Zhenqi Yang" userId="f6871e969a043391" providerId="LiveId" clId="{388DEC17-A882-55C3-A2F9-E33370200D2C}" dt="2026-08-06T23:50:44.973" v="4181" actId="478"/>
          <ac:picMkLst>
            <pc:docMk/>
            <pc:sldMk cId="1505430081" sldId="287"/>
            <ac:picMk id="66" creationId="{AE6BF900-1784-365B-A522-E8924B73AD59}"/>
          </ac:picMkLst>
        </pc:picChg>
      </pc:sldChg>
      <pc:sldChg chg="addSp delSp modSp add mod">
        <pc:chgData name="Zhenqi Yang" userId="f6871e969a043391" providerId="LiveId" clId="{388DEC17-A882-55C3-A2F9-E33370200D2C}" dt="2026-08-06T23:59:41.247" v="4443" actId="1036"/>
        <pc:sldMkLst>
          <pc:docMk/>
          <pc:sldMk cId="4031477479" sldId="288"/>
        </pc:sldMkLst>
        <pc:spChg chg="add del mod">
          <ac:chgData name="Zhenqi Yang" userId="f6871e969a043391" providerId="LiveId" clId="{388DEC17-A882-55C3-A2F9-E33370200D2C}" dt="2026-08-06T23:53:09.072" v="4239" actId="478"/>
          <ac:spMkLst>
            <pc:docMk/>
            <pc:sldMk cId="4031477479" sldId="288"/>
            <ac:spMk id="2" creationId="{50B4DB2D-CFC2-140B-577B-B9BEFE91483F}"/>
          </ac:spMkLst>
        </pc:spChg>
        <pc:spChg chg="mod">
          <ac:chgData name="Zhenqi Yang" userId="f6871e969a043391" providerId="LiveId" clId="{388DEC17-A882-55C3-A2F9-E33370200D2C}" dt="2026-08-06T02:23:16.510" v="2430" actId="1076"/>
          <ac:spMkLst>
            <pc:docMk/>
            <pc:sldMk cId="4031477479" sldId="288"/>
            <ac:spMk id="4" creationId="{08FACB6F-0552-454A-D230-891A489E2548}"/>
          </ac:spMkLst>
        </pc:spChg>
        <pc:spChg chg="mod">
          <ac:chgData name="Zhenqi Yang" userId="f6871e969a043391" providerId="LiveId" clId="{388DEC17-A882-55C3-A2F9-E33370200D2C}" dt="2026-08-06T02:23:21.294" v="2431" actId="1076"/>
          <ac:spMkLst>
            <pc:docMk/>
            <pc:sldMk cId="4031477479" sldId="288"/>
            <ac:spMk id="5" creationId="{0EA17E44-5BA4-7216-595B-C0D267AEA351}"/>
          </ac:spMkLst>
        </pc:spChg>
        <pc:spChg chg="add del mod">
          <ac:chgData name="Zhenqi Yang" userId="f6871e969a043391" providerId="LiveId" clId="{388DEC17-A882-55C3-A2F9-E33370200D2C}" dt="2026-08-06T23:53:09.072" v="4239" actId="478"/>
          <ac:spMkLst>
            <pc:docMk/>
            <pc:sldMk cId="4031477479" sldId="288"/>
            <ac:spMk id="7" creationId="{E80BFEC8-7F70-EC22-0DF1-DCE9651663B1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19" creationId="{AB52C910-56DB-4BD9-9F64-91A222DE3B53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25" creationId="{697F6D1E-6B15-4745-7343-43B48326BF79}"/>
          </ac:spMkLst>
        </pc:spChg>
        <pc:spChg chg="add 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42" creationId="{BAB6BD20-BEF6-D449-34F1-12A7F19BEACE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43" creationId="{37A3BAF3-6819-13AA-4672-7028130FFC29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45" creationId="{67090803-A146-90CD-9ADE-AB82C1282329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46" creationId="{F68E9E4B-D8E4-4893-EFDF-95405D2C38B3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51" creationId="{C39C70BE-FFD3-633B-8A8F-F1A4A6715BAA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54" creationId="{8B498E69-2D1B-315F-2B4B-F93ED6EA2B24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55" creationId="{666E59CB-CF4B-7532-9812-6CDE31D4CFC9}"/>
          </ac:spMkLst>
        </pc:spChg>
        <pc:spChg chg="add 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56" creationId="{201A03C6-FA01-E123-6FB9-2CD6C3292BAB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58" creationId="{963BC3B2-EF0C-24CC-801A-78E42CEE9E34}"/>
          </ac:spMkLst>
        </pc:spChg>
        <pc:spChg chg="del mod">
          <ac:chgData name="Zhenqi Yang" userId="f6871e969a043391" providerId="LiveId" clId="{388DEC17-A882-55C3-A2F9-E33370200D2C}" dt="2026-08-06T23:53:09.072" v="4239" actId="478"/>
          <ac:spMkLst>
            <pc:docMk/>
            <pc:sldMk cId="4031477479" sldId="288"/>
            <ac:spMk id="64" creationId="{249178A0-1E6D-A80B-A0A1-D2E936F645DA}"/>
          </ac:spMkLst>
        </pc:spChg>
        <pc:spChg chg="add 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70" creationId="{A9EE6B9A-314A-3E38-3E16-22ACCA128BB8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71" creationId="{5E5A16EF-50E9-5A17-4ED9-F3AC4AA952E6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75" creationId="{71493BE1-8B35-E29A-F93F-860CA23CBD49}"/>
          </ac:spMkLst>
        </pc:spChg>
        <pc:spChg chg="mod">
          <ac:chgData name="Zhenqi Yang" userId="f6871e969a043391" providerId="LiveId" clId="{388DEC17-A882-55C3-A2F9-E33370200D2C}" dt="2026-08-06T23:56:51.112" v="4408" actId="20577"/>
          <ac:spMkLst>
            <pc:docMk/>
            <pc:sldMk cId="4031477479" sldId="288"/>
            <ac:spMk id="81" creationId="{E6667F31-B651-0F27-376D-6B84D93DD687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2" creationId="{9EC3C6BE-BDE5-C96E-4BF6-4B54192BCA11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3" creationId="{5A775DB1-A929-7CB9-DED6-16D5C67B1C2D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4" creationId="{16FACD4A-F9C2-ADA5-4A42-27B9383F6413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6" creationId="{FEE8091E-2B31-1998-B8C9-036F2DC174E5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7" creationId="{CCA8B6D6-2661-8924-1A66-83AE94F03E24}"/>
          </ac:spMkLst>
        </pc:spChg>
        <pc:spChg chg="add mod">
          <ac:chgData name="Zhenqi Yang" userId="f6871e969a043391" providerId="LiveId" clId="{388DEC17-A882-55C3-A2F9-E33370200D2C}" dt="2026-08-06T23:59:33.722" v="4427" actId="1036"/>
          <ac:spMkLst>
            <pc:docMk/>
            <pc:sldMk cId="4031477479" sldId="288"/>
            <ac:spMk id="88" creationId="{F9656474-13DE-D30C-3792-C6210A41B83D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89" creationId="{936977F9-1C71-F01B-AB85-38BBE04F9805}"/>
          </ac:spMkLst>
        </pc:spChg>
        <pc:spChg chg="mod">
          <ac:chgData name="Zhenqi Yang" userId="f6871e969a043391" providerId="LiveId" clId="{388DEC17-A882-55C3-A2F9-E33370200D2C}" dt="2026-08-06T23:56:18.271" v="4363" actId="1038"/>
          <ac:spMkLst>
            <pc:docMk/>
            <pc:sldMk cId="4031477479" sldId="288"/>
            <ac:spMk id="90" creationId="{8B159066-FCE7-A6F7-2947-ABDFCE37576F}"/>
          </ac:spMkLst>
        </pc:spChg>
        <pc:spChg chg="mod">
          <ac:chgData name="Zhenqi Yang" userId="f6871e969a043391" providerId="LiveId" clId="{388DEC17-A882-55C3-A2F9-E33370200D2C}" dt="2026-08-06T23:59:41.247" v="4443" actId="1036"/>
          <ac:spMkLst>
            <pc:docMk/>
            <pc:sldMk cId="4031477479" sldId="288"/>
            <ac:spMk id="91" creationId="{B2BF23B8-7877-E296-B085-B6DF50907684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92" creationId="{E2713F73-F964-F311-5359-2ACF764BE338}"/>
          </ac:spMkLst>
        </pc:spChg>
        <pc:spChg chg="mod">
          <ac:chgData name="Zhenqi Yang" userId="f6871e969a043391" providerId="LiveId" clId="{388DEC17-A882-55C3-A2F9-E33370200D2C}" dt="2026-08-06T23:56:30.641" v="4392" actId="1038"/>
          <ac:spMkLst>
            <pc:docMk/>
            <pc:sldMk cId="4031477479" sldId="288"/>
            <ac:spMk id="93" creationId="{6DD0C39B-862D-28BE-BC65-D652EDFA1CBB}"/>
          </ac:spMkLst>
        </pc:spChg>
        <pc:spChg chg="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98" creationId="{26D760D8-2145-845D-E5CE-8640DBDE8953}"/>
          </ac:spMkLst>
        </pc:spChg>
        <pc:spChg chg="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99" creationId="{066E6829-9926-3AA3-394F-925C0421D75B}"/>
          </ac:spMkLst>
        </pc:spChg>
        <pc:spChg chg="add 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100" creationId="{07A753DD-1DEC-2792-A65D-5CA7203BF2C6}"/>
          </ac:spMkLst>
        </pc:spChg>
        <pc:spChg chg="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101" creationId="{4453C441-8992-952E-3296-995B3F33F251}"/>
          </ac:spMkLst>
        </pc:spChg>
        <pc:spChg chg="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102" creationId="{38ED0754-00E1-1E83-C0ED-FB311E1E6667}"/>
          </ac:spMkLst>
        </pc:spChg>
        <pc:spChg chg="add del mod">
          <ac:chgData name="Zhenqi Yang" userId="f6871e969a043391" providerId="LiveId" clId="{388DEC17-A882-55C3-A2F9-E33370200D2C}" dt="2026-08-06T23:56:23.723" v="4366" actId="478"/>
          <ac:spMkLst>
            <pc:docMk/>
            <pc:sldMk cId="4031477479" sldId="288"/>
            <ac:spMk id="115" creationId="{6B389A0F-8C7A-FF09-8A6C-AA66A32566AD}"/>
          </ac:spMkLst>
        </pc:spChg>
        <pc:spChg chg="add mod">
          <ac:chgData name="Zhenqi Yang" userId="f6871e969a043391" providerId="LiveId" clId="{388DEC17-A882-55C3-A2F9-E33370200D2C}" dt="2026-08-06T23:59:27.065" v="4421" actId="14100"/>
          <ac:spMkLst>
            <pc:docMk/>
            <pc:sldMk cId="4031477479" sldId="288"/>
            <ac:spMk id="116" creationId="{A469FC32-AE85-DAAD-947C-1F2A85788DFD}"/>
          </ac:spMkLst>
        </pc:spChg>
        <pc:spChg chg="add del mod">
          <ac:chgData name="Zhenqi Yang" userId="f6871e969a043391" providerId="LiveId" clId="{388DEC17-A882-55C3-A2F9-E33370200D2C}" dt="2026-08-06T23:59:38.255" v="4430"/>
          <ac:spMkLst>
            <pc:docMk/>
            <pc:sldMk cId="4031477479" sldId="288"/>
            <ac:spMk id="117" creationId="{FABC4C08-3B92-659D-185D-8018A047DB25}"/>
          </ac:spMkLst>
        </pc:spChg>
        <pc:cxnChg chg="mod">
          <ac:chgData name="Zhenqi Yang" userId="f6871e969a043391" providerId="LiveId" clId="{388DEC17-A882-55C3-A2F9-E33370200D2C}" dt="2026-08-06T23:55:41.087" v="4350" actId="1037"/>
          <ac:cxnSpMkLst>
            <pc:docMk/>
            <pc:sldMk cId="4031477479" sldId="288"/>
            <ac:cxnSpMk id="94" creationId="{DF781953-87F8-6263-808B-69EA51F349CE}"/>
          </ac:cxnSpMkLst>
        </pc:cxnChg>
        <pc:cxnChg chg="mod">
          <ac:chgData name="Zhenqi Yang" userId="f6871e969a043391" providerId="LiveId" clId="{388DEC17-A882-55C3-A2F9-E33370200D2C}" dt="2026-08-06T23:56:18.271" v="4363" actId="1038"/>
          <ac:cxnSpMkLst>
            <pc:docMk/>
            <pc:sldMk cId="4031477479" sldId="288"/>
            <ac:cxnSpMk id="95" creationId="{40880FD2-D138-174F-D2FE-9C8D2411EB24}"/>
          </ac:cxnSpMkLst>
        </pc:cxnChg>
        <pc:cxnChg chg="mod">
          <ac:chgData name="Zhenqi Yang" userId="f6871e969a043391" providerId="LiveId" clId="{388DEC17-A882-55C3-A2F9-E33370200D2C}" dt="2026-08-06T23:56:18.271" v="4363" actId="1038"/>
          <ac:cxnSpMkLst>
            <pc:docMk/>
            <pc:sldMk cId="4031477479" sldId="288"/>
            <ac:cxnSpMk id="96" creationId="{79D69E60-1107-43E7-66DB-4A3BB7B522FA}"/>
          </ac:cxnSpMkLst>
        </pc:cxnChg>
        <pc:cxnChg chg="mod">
          <ac:chgData name="Zhenqi Yang" userId="f6871e969a043391" providerId="LiveId" clId="{388DEC17-A882-55C3-A2F9-E33370200D2C}" dt="2026-08-06T23:55:37.257" v="4347" actId="1037"/>
          <ac:cxnSpMkLst>
            <pc:docMk/>
            <pc:sldMk cId="4031477479" sldId="288"/>
            <ac:cxnSpMk id="97" creationId="{E126A94E-4CC8-69AD-5A35-305CAC7E5740}"/>
          </ac:cxnSpMkLst>
        </pc:cxnChg>
        <pc:cxnChg chg="add mod">
          <ac:chgData name="Zhenqi Yang" userId="f6871e969a043391" providerId="LiveId" clId="{388DEC17-A882-55C3-A2F9-E33370200D2C}" dt="2026-08-06T23:56:18.271" v="4363" actId="1038"/>
          <ac:cxnSpMkLst>
            <pc:docMk/>
            <pc:sldMk cId="4031477479" sldId="288"/>
            <ac:cxnSpMk id="112" creationId="{83F98451-342F-D056-4199-46ED5DB1A281}"/>
          </ac:cxnSpMkLst>
        </pc:cxnChg>
      </pc:sldChg>
      <pc:sldChg chg="delSp modSp add mod ord">
        <pc:chgData name="Zhenqi Yang" userId="f6871e969a043391" providerId="LiveId" clId="{388DEC17-A882-55C3-A2F9-E33370200D2C}" dt="2026-08-05T20:14:17.202" v="2100" actId="207"/>
        <pc:sldMkLst>
          <pc:docMk/>
          <pc:sldMk cId="2906317064" sldId="289"/>
        </pc:sldMkLst>
        <pc:spChg chg="mod">
          <ac:chgData name="Zhenqi Yang" userId="f6871e969a043391" providerId="LiveId" clId="{388DEC17-A882-55C3-A2F9-E33370200D2C}" dt="2026-08-05T19:58:55.941" v="1936" actId="108"/>
          <ac:spMkLst>
            <pc:docMk/>
            <pc:sldMk cId="2906317064" sldId="289"/>
            <ac:spMk id="4" creationId="{A8D523D4-BD63-8EFC-4AA0-51C2CB64DC3B}"/>
          </ac:spMkLst>
        </pc:spChg>
        <pc:spChg chg="mod">
          <ac:chgData name="Zhenqi Yang" userId="f6871e969a043391" providerId="LiveId" clId="{388DEC17-A882-55C3-A2F9-E33370200D2C}" dt="2026-08-05T20:14:17.202" v="2100" actId="207"/>
          <ac:spMkLst>
            <pc:docMk/>
            <pc:sldMk cId="2906317064" sldId="289"/>
            <ac:spMk id="5" creationId="{F8DE7B87-7C54-0F3D-A14B-CD2245809BD7}"/>
          </ac:spMkLst>
        </pc:spChg>
        <pc:spChg chg="mod">
          <ac:chgData name="Zhenqi Yang" userId="f6871e969a043391" providerId="LiveId" clId="{388DEC17-A882-55C3-A2F9-E33370200D2C}" dt="2026-08-05T19:59:51.673" v="1945" actId="1076"/>
          <ac:spMkLst>
            <pc:docMk/>
            <pc:sldMk cId="2906317064" sldId="289"/>
            <ac:spMk id="7" creationId="{120E4503-8848-E589-CA1F-163FE05C0EA2}"/>
          </ac:spMkLst>
        </pc:spChg>
        <pc:spChg chg="mod">
          <ac:chgData name="Zhenqi Yang" userId="f6871e969a043391" providerId="LiveId" clId="{388DEC17-A882-55C3-A2F9-E33370200D2C}" dt="2026-08-05T19:59:26.708" v="1940" actId="108"/>
          <ac:spMkLst>
            <pc:docMk/>
            <pc:sldMk cId="2906317064" sldId="289"/>
            <ac:spMk id="11" creationId="{40A21B94-1B3B-3F2E-139A-8FD685E28995}"/>
          </ac:spMkLst>
        </pc:spChg>
        <pc:spChg chg="mod">
          <ac:chgData name="Zhenqi Yang" userId="f6871e969a043391" providerId="LiveId" clId="{388DEC17-A882-55C3-A2F9-E33370200D2C}" dt="2026-08-05T19:59:31.322" v="1941" actId="207"/>
          <ac:spMkLst>
            <pc:docMk/>
            <pc:sldMk cId="2906317064" sldId="289"/>
            <ac:spMk id="12" creationId="{86876613-12F3-FE4F-4D45-3205F0AE8D8F}"/>
          </ac:spMkLst>
        </pc:spChg>
        <pc:spChg chg="mod">
          <ac:chgData name="Zhenqi Yang" userId="f6871e969a043391" providerId="LiveId" clId="{388DEC17-A882-55C3-A2F9-E33370200D2C}" dt="2026-08-05T19:59:46.706" v="1944" actId="1076"/>
          <ac:spMkLst>
            <pc:docMk/>
            <pc:sldMk cId="2906317064" sldId="289"/>
            <ac:spMk id="14" creationId="{8CCF422D-A4AC-1536-29F0-F1170E6C1966}"/>
          </ac:spMkLst>
        </pc:spChg>
        <pc:spChg chg="mod">
          <ac:chgData name="Zhenqi Yang" userId="f6871e969a043391" providerId="LiveId" clId="{388DEC17-A882-55C3-A2F9-E33370200D2C}" dt="2026-08-05T19:59:59.356" v="1946" actId="1076"/>
          <ac:spMkLst>
            <pc:docMk/>
            <pc:sldMk cId="2906317064" sldId="289"/>
            <ac:spMk id="21" creationId="{E0085A6D-A37B-A662-4A03-D322FA1AFB72}"/>
          </ac:spMkLst>
        </pc:spChg>
        <pc:spChg chg="mod">
          <ac:chgData name="Zhenqi Yang" userId="f6871e969a043391" providerId="LiveId" clId="{388DEC17-A882-55C3-A2F9-E33370200D2C}" dt="2026-08-05T20:00:03.806" v="1947" actId="1076"/>
          <ac:spMkLst>
            <pc:docMk/>
            <pc:sldMk cId="2906317064" sldId="289"/>
            <ac:spMk id="28" creationId="{EFB4941A-6013-205C-ACFB-7DF2E28669E3}"/>
          </ac:spMkLst>
        </pc:spChg>
        <pc:picChg chg="mod">
          <ac:chgData name="Zhenqi Yang" userId="f6871e969a043391" providerId="LiveId" clId="{388DEC17-A882-55C3-A2F9-E33370200D2C}" dt="2026-08-05T20:00:20.442" v="1949" actId="1076"/>
          <ac:picMkLst>
            <pc:docMk/>
            <pc:sldMk cId="2906317064" sldId="289"/>
            <ac:picMk id="6" creationId="{84E03A86-D927-D44D-0F15-C2D51E3AA6B5}"/>
          </ac:picMkLst>
        </pc:picChg>
        <pc:picChg chg="mod">
          <ac:chgData name="Zhenqi Yang" userId="f6871e969a043391" providerId="LiveId" clId="{388DEC17-A882-55C3-A2F9-E33370200D2C}" dt="2026-08-05T20:00:20.442" v="1949" actId="1076"/>
          <ac:picMkLst>
            <pc:docMk/>
            <pc:sldMk cId="2906317064" sldId="289"/>
            <ac:picMk id="13" creationId="{969177C1-8BE1-58F1-4EA7-E64D0FC2ECB8}"/>
          </ac:picMkLst>
        </pc:picChg>
        <pc:picChg chg="mod">
          <ac:chgData name="Zhenqi Yang" userId="f6871e969a043391" providerId="LiveId" clId="{388DEC17-A882-55C3-A2F9-E33370200D2C}" dt="2026-08-05T20:00:20.442" v="1949" actId="1076"/>
          <ac:picMkLst>
            <pc:docMk/>
            <pc:sldMk cId="2906317064" sldId="289"/>
            <ac:picMk id="20" creationId="{6E237766-E3EF-8272-F8A2-D9B892364510}"/>
          </ac:picMkLst>
        </pc:picChg>
        <pc:picChg chg="mod">
          <ac:chgData name="Zhenqi Yang" userId="f6871e969a043391" providerId="LiveId" clId="{388DEC17-A882-55C3-A2F9-E33370200D2C}" dt="2026-08-05T20:00:20.442" v="1949" actId="1076"/>
          <ac:picMkLst>
            <pc:docMk/>
            <pc:sldMk cId="2906317064" sldId="289"/>
            <ac:picMk id="27" creationId="{370431AB-0C3C-C4E5-9FD3-D0D186DF0BE6}"/>
          </ac:picMkLst>
        </pc:picChg>
      </pc:sldChg>
      <pc:sldChg chg="add del setBg">
        <pc:chgData name="Zhenqi Yang" userId="f6871e969a043391" providerId="LiveId" clId="{388DEC17-A882-55C3-A2F9-E33370200D2C}" dt="2026-08-05T19:57:28.748" v="1921" actId="2696"/>
        <pc:sldMkLst>
          <pc:docMk/>
          <pc:sldMk cId="4009037717" sldId="289"/>
        </pc:sldMkLst>
      </pc:sldChg>
      <pc:sldChg chg="addSp delSp modSp add del mod ord">
        <pc:chgData name="Zhenqi Yang" userId="f6871e969a043391" providerId="LiveId" clId="{388DEC17-A882-55C3-A2F9-E33370200D2C}" dt="2026-08-05T20:28:12.190" v="2129" actId="2696"/>
        <pc:sldMkLst>
          <pc:docMk/>
          <pc:sldMk cId="3696779262" sldId="290"/>
        </pc:sldMkLst>
      </pc:sldChg>
      <pc:sldChg chg="modSp add mod ord">
        <pc:chgData name="Zhenqi Yang" userId="f6871e969a043391" providerId="LiveId" clId="{388DEC17-A882-55C3-A2F9-E33370200D2C}" dt="2026-08-05T20:14:12.901" v="2099" actId="207"/>
        <pc:sldMkLst>
          <pc:docMk/>
          <pc:sldMk cId="853400560" sldId="291"/>
        </pc:sldMkLst>
        <pc:spChg chg="mod">
          <ac:chgData name="Zhenqi Yang" userId="f6871e969a043391" providerId="LiveId" clId="{388DEC17-A882-55C3-A2F9-E33370200D2C}" dt="2026-08-05T20:14:12.901" v="2099" actId="207"/>
          <ac:spMkLst>
            <pc:docMk/>
            <pc:sldMk cId="853400560" sldId="291"/>
            <ac:spMk id="5" creationId="{69847A12-E922-C08C-C4BA-A930690660EC}"/>
          </ac:spMkLst>
        </pc:spChg>
        <pc:spChg chg="mod">
          <ac:chgData name="Zhenqi Yang" userId="f6871e969a043391" providerId="LiveId" clId="{388DEC17-A882-55C3-A2F9-E33370200D2C}" dt="2026-08-05T20:13:56.722" v="2096" actId="108"/>
          <ac:spMkLst>
            <pc:docMk/>
            <pc:sldMk cId="853400560" sldId="291"/>
            <ac:spMk id="11" creationId="{7B030ED7-E311-B556-3E5A-18DCB4ED0F59}"/>
          </ac:spMkLst>
        </pc:spChg>
        <pc:spChg chg="mod">
          <ac:chgData name="Zhenqi Yang" userId="f6871e969a043391" providerId="LiveId" clId="{388DEC17-A882-55C3-A2F9-E33370200D2C}" dt="2026-08-05T20:14:06.345" v="2098" actId="207"/>
          <ac:spMkLst>
            <pc:docMk/>
            <pc:sldMk cId="853400560" sldId="291"/>
            <ac:spMk id="12" creationId="{2EE0FEBC-BBCC-BAAF-A7F1-39503E3C9666}"/>
          </ac:spMkLst>
        </pc:spChg>
        <pc:spChg chg="mod">
          <ac:chgData name="Zhenqi Yang" userId="f6871e969a043391" providerId="LiveId" clId="{388DEC17-A882-55C3-A2F9-E33370200D2C}" dt="2026-08-05T20:13:49.722" v="2094" actId="108"/>
          <ac:spMkLst>
            <pc:docMk/>
            <pc:sldMk cId="853400560" sldId="291"/>
            <ac:spMk id="18" creationId="{71668BF1-3CDA-D4AD-9C29-156048523625}"/>
          </ac:spMkLst>
        </pc:spChg>
        <pc:spChg chg="mod">
          <ac:chgData name="Zhenqi Yang" userId="f6871e969a043391" providerId="LiveId" clId="{388DEC17-A882-55C3-A2F9-E33370200D2C}" dt="2026-08-05T20:13:53.069" v="2095" actId="207"/>
          <ac:spMkLst>
            <pc:docMk/>
            <pc:sldMk cId="853400560" sldId="291"/>
            <ac:spMk id="19" creationId="{BFCA44BE-7693-A1EE-1245-2EACCFA4E3BB}"/>
          </ac:spMkLst>
        </pc:spChg>
      </pc:sldChg>
      <pc:sldChg chg="add del setBg">
        <pc:chgData name="Zhenqi Yang" userId="f6871e969a043391" providerId="LiveId" clId="{388DEC17-A882-55C3-A2F9-E33370200D2C}" dt="2026-08-05T20:01:36.430" v="1993"/>
        <pc:sldMkLst>
          <pc:docMk/>
          <pc:sldMk cId="1629045418" sldId="291"/>
        </pc:sldMkLst>
      </pc:sldChg>
      <pc:sldChg chg="add del setBg">
        <pc:chgData name="Zhenqi Yang" userId="f6871e969a043391" providerId="LiveId" clId="{388DEC17-A882-55C3-A2F9-E33370200D2C}" dt="2026-08-05T20:01:04.767" v="1979"/>
        <pc:sldMkLst>
          <pc:docMk/>
          <pc:sldMk cId="2504774204" sldId="291"/>
        </pc:sldMkLst>
      </pc:sldChg>
      <pc:sldChg chg="add del setBg">
        <pc:chgData name="Zhenqi Yang" userId="f6871e969a043391" providerId="LiveId" clId="{388DEC17-A882-55C3-A2F9-E33370200D2C}" dt="2026-08-05T20:01:22.966" v="1982"/>
        <pc:sldMkLst>
          <pc:docMk/>
          <pc:sldMk cId="3392049636" sldId="291"/>
        </pc:sldMkLst>
      </pc:sldChg>
      <pc:sldChg chg="modSp add del mod setBg">
        <pc:chgData name="Zhenqi Yang" userId="f6871e969a043391" providerId="LiveId" clId="{388DEC17-A882-55C3-A2F9-E33370200D2C}" dt="2026-08-06T02:15:46.157" v="2292" actId="2696"/>
        <pc:sldMkLst>
          <pc:docMk/>
          <pc:sldMk cId="0" sldId="292"/>
        </pc:sldMkLst>
      </pc:sldChg>
      <pc:sldChg chg="addSp delSp modSp add mod ord">
        <pc:chgData name="Zhenqi Yang" userId="f6871e969a043391" providerId="LiveId" clId="{388DEC17-A882-55C3-A2F9-E33370200D2C}" dt="2026-08-06T02:24:04.395" v="2438" actId="404"/>
        <pc:sldMkLst>
          <pc:docMk/>
          <pc:sldMk cId="1054630737" sldId="293"/>
        </pc:sldMkLst>
        <pc:spChg chg="del">
          <ac:chgData name="Zhenqi Yang" userId="f6871e969a043391" providerId="LiveId" clId="{388DEC17-A882-55C3-A2F9-E33370200D2C}" dt="2026-08-06T02:06:31.918" v="2204" actId="478"/>
          <ac:spMkLst>
            <pc:docMk/>
            <pc:sldMk cId="1054630737" sldId="293"/>
            <ac:spMk id="2" creationId="{2F021957-32D9-C163-0B84-7DFEB510DD8C}"/>
          </ac:spMkLst>
        </pc:spChg>
        <pc:spChg chg="mod">
          <ac:chgData name="Zhenqi Yang" userId="f6871e969a043391" providerId="LiveId" clId="{388DEC17-A882-55C3-A2F9-E33370200D2C}" dt="2026-08-06T02:23:36.345" v="2432" actId="1076"/>
          <ac:spMkLst>
            <pc:docMk/>
            <pc:sldMk cId="1054630737" sldId="293"/>
            <ac:spMk id="4" creationId="{66EFDA3F-FFB9-144C-EF9D-1433AAAC53E1}"/>
          </ac:spMkLst>
        </pc:spChg>
        <pc:spChg chg="mod">
          <ac:chgData name="Zhenqi Yang" userId="f6871e969a043391" providerId="LiveId" clId="{388DEC17-A882-55C3-A2F9-E33370200D2C}" dt="2026-08-06T02:24:04.395" v="2438" actId="404"/>
          <ac:spMkLst>
            <pc:docMk/>
            <pc:sldMk cId="1054630737" sldId="293"/>
            <ac:spMk id="5" creationId="{BA083C5B-E1DE-365B-D944-BAFAC817A9D0}"/>
          </ac:spMkLst>
        </pc:spChg>
        <pc:spChg chg="del">
          <ac:chgData name="Zhenqi Yang" userId="f6871e969a043391" providerId="LiveId" clId="{388DEC17-A882-55C3-A2F9-E33370200D2C}" dt="2026-08-06T02:06:31.918" v="2204" actId="478"/>
          <ac:spMkLst>
            <pc:docMk/>
            <pc:sldMk cId="1054630737" sldId="293"/>
            <ac:spMk id="7" creationId="{88482DA6-7813-1980-4AA3-535F43B3A7A7}"/>
          </ac:spMkLst>
        </pc:spChg>
        <pc:spChg chg="add del mod">
          <ac:chgData name="Zhenqi Yang" userId="f6871e969a043391" providerId="LiveId" clId="{388DEC17-A882-55C3-A2F9-E33370200D2C}" dt="2026-08-06T02:06:34.871" v="2206"/>
          <ac:spMkLst>
            <pc:docMk/>
            <pc:sldMk cId="1054630737" sldId="293"/>
            <ac:spMk id="8" creationId="{4BBB620A-34BF-C516-CB25-04E4719A3ADA}"/>
          </ac:spMkLst>
        </pc:spChg>
        <pc:spChg chg="add mod">
          <ac:chgData name="Zhenqi Yang" userId="f6871e969a043391" providerId="LiveId" clId="{388DEC17-A882-55C3-A2F9-E33370200D2C}" dt="2026-08-06T02:11:15.698" v="2238" actId="1076"/>
          <ac:spMkLst>
            <pc:docMk/>
            <pc:sldMk cId="1054630737" sldId="293"/>
            <ac:spMk id="9" creationId="{CD3831CB-70D0-F1B8-0ED9-0CCB93D5B697}"/>
          </ac:spMkLst>
        </pc:spChg>
        <pc:spChg chg="del">
          <ac:chgData name="Zhenqi Yang" userId="f6871e969a043391" providerId="LiveId" clId="{388DEC17-A882-55C3-A2F9-E33370200D2C}" dt="2026-08-06T02:06:31.918" v="2204" actId="478"/>
          <ac:spMkLst>
            <pc:docMk/>
            <pc:sldMk cId="1054630737" sldId="293"/>
            <ac:spMk id="64" creationId="{1E56B19B-068A-CE74-5174-EE5EE3F245AA}"/>
          </ac:spMkLst>
        </pc:spChg>
      </pc:sldChg>
      <pc:sldChg chg="new del ord">
        <pc:chgData name="Zhenqi Yang" userId="f6871e969a043391" providerId="LiveId" clId="{388DEC17-A882-55C3-A2F9-E33370200D2C}" dt="2026-08-06T02:04:26.705" v="2146" actId="2696"/>
        <pc:sldMkLst>
          <pc:docMk/>
          <pc:sldMk cId="845366945" sldId="294"/>
        </pc:sldMkLst>
      </pc:sldChg>
      <pc:sldChg chg="add del ord">
        <pc:chgData name="Zhenqi Yang" userId="f6871e969a043391" providerId="LiveId" clId="{388DEC17-A882-55C3-A2F9-E33370200D2C}" dt="2026-08-06T02:15:49.016" v="2293" actId="2696"/>
        <pc:sldMkLst>
          <pc:docMk/>
          <pc:sldMk cId="1177921504" sldId="294"/>
        </pc:sldMkLst>
      </pc:sldChg>
      <pc:sldChg chg="addSp delSp modSp add mod">
        <pc:chgData name="Zhenqi Yang" userId="f6871e969a043391" providerId="LiveId" clId="{388DEC17-A882-55C3-A2F9-E33370200D2C}" dt="2026-08-06T04:27:52.845" v="2642" actId="1076"/>
        <pc:sldMkLst>
          <pc:docMk/>
          <pc:sldMk cId="1612451050" sldId="295"/>
        </pc:sldMkLst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2" creationId="{0676F972-DB62-20C8-8243-4F8B0CB9A0EE}"/>
          </ac:spMkLst>
        </pc:spChg>
        <pc:spChg chg="del">
          <ac:chgData name="Zhenqi Yang" userId="f6871e969a043391" providerId="LiveId" clId="{388DEC17-A882-55C3-A2F9-E33370200D2C}" dt="2026-08-06T02:23:52.740" v="2434" actId="478"/>
          <ac:spMkLst>
            <pc:docMk/>
            <pc:sldMk cId="1612451050" sldId="295"/>
            <ac:spMk id="4" creationId="{20346FDC-BE67-A101-1FBB-642AA3FC247C}"/>
          </ac:spMkLst>
        </pc:spChg>
        <pc:spChg chg="mod">
          <ac:chgData name="Zhenqi Yang" userId="f6871e969a043391" providerId="LiveId" clId="{388DEC17-A882-55C3-A2F9-E33370200D2C}" dt="2026-08-06T02:24:00.276" v="2437" actId="404"/>
          <ac:spMkLst>
            <pc:docMk/>
            <pc:sldMk cId="1612451050" sldId="295"/>
            <ac:spMk id="5" creationId="{911FAD64-677E-44C9-D718-14836115B258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7" creationId="{D538876F-E704-9E63-8E63-B1A07077983F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8" creationId="{2A4E3677-CCBA-9B94-64DF-0B16EF8F1EE7}"/>
          </ac:spMkLst>
        </pc:spChg>
        <pc:spChg chg="del">
          <ac:chgData name="Zhenqi Yang" userId="f6871e969a043391" providerId="LiveId" clId="{388DEC17-A882-55C3-A2F9-E33370200D2C}" dt="2026-08-06T02:14:03.566" v="2242" actId="478"/>
          <ac:spMkLst>
            <pc:docMk/>
            <pc:sldMk cId="1612451050" sldId="295"/>
            <ac:spMk id="9" creationId="{8DB90F08-4BAE-2840-2213-B5C2E869A15D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0" creationId="{05EC8918-86FB-91B5-7282-E73BC001A386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1" creationId="{1646C8F6-1116-CC31-1667-91E92F58976D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2" creationId="{F0A86A76-16F9-BF06-10EC-E8681F4293C3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3" creationId="{736E187B-BDB8-5D7C-9C83-BA7797828C9C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4" creationId="{4DACE6A3-F87F-ECCC-97F6-6741CE750AAD}"/>
          </ac:spMkLst>
        </pc:spChg>
        <pc:spChg chg="add mod">
          <ac:chgData name="Zhenqi Yang" userId="f6871e969a043391" providerId="LiveId" clId="{388DEC17-A882-55C3-A2F9-E33370200D2C}" dt="2026-08-06T02:14:18.078" v="2244" actId="1076"/>
          <ac:spMkLst>
            <pc:docMk/>
            <pc:sldMk cId="1612451050" sldId="295"/>
            <ac:spMk id="15" creationId="{A654FE6C-66D1-E13B-A8E0-8E4C8BA28D07}"/>
          </ac:spMkLst>
        </pc:spChg>
        <pc:spChg chg="add del mod">
          <ac:chgData name="Zhenqi Yang" userId="f6871e969a043391" providerId="LiveId" clId="{388DEC17-A882-55C3-A2F9-E33370200D2C}" dt="2026-08-06T02:14:34.743" v="2247" actId="478"/>
          <ac:spMkLst>
            <pc:docMk/>
            <pc:sldMk cId="1612451050" sldId="295"/>
            <ac:spMk id="16" creationId="{5920B176-6C62-A6E5-57ED-B9024CF62583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17" creationId="{E791D4BA-3A2B-C119-755B-52E99D6C093A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18" creationId="{B6425222-461E-72B5-81FC-6698150E79BD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19" creationId="{BE86D2FC-6F79-7035-AA35-C913FD4A5B4E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22" creationId="{DA2308BB-C124-A9EF-941A-C5D28242773F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28" creationId="{6E2C39FB-C95C-3A18-0311-5356A5C80111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34" creationId="{4A218BAC-2596-987D-5E28-6E67AD42F45B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36" creationId="{573CF2E2-E365-6239-484F-B12516EAE113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40" creationId="{1855922C-B5B6-FD43-B771-71B6F615A9F7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41" creationId="{F9C06B95-804A-E6B3-7262-F40A9AEDE707}"/>
          </ac:spMkLst>
        </pc:spChg>
        <pc:spChg chg="add mod">
          <ac:chgData name="Zhenqi Yang" userId="f6871e969a043391" providerId="LiveId" clId="{388DEC17-A882-55C3-A2F9-E33370200D2C}" dt="2026-08-06T02:14:43.146" v="2248" actId="1076"/>
          <ac:spMkLst>
            <pc:docMk/>
            <pc:sldMk cId="1612451050" sldId="295"/>
            <ac:spMk id="42" creationId="{A919CE7D-C305-25C3-0B84-85376724E2EB}"/>
          </ac:spMkLst>
        </pc:spChg>
        <pc:spChg chg="add mod">
          <ac:chgData name="Zhenqi Yang" userId="f6871e969a043391" providerId="LiveId" clId="{388DEC17-A882-55C3-A2F9-E33370200D2C}" dt="2026-08-06T04:27:52.845" v="2642" actId="1076"/>
          <ac:spMkLst>
            <pc:docMk/>
            <pc:sldMk cId="1612451050" sldId="295"/>
            <ac:spMk id="49" creationId="{B20D36C7-956D-AE96-3892-437AC3752921}"/>
          </ac:spMkLst>
        </pc:spChg>
        <pc:spChg chg="add mod">
          <ac:chgData name="Zhenqi Yang" userId="f6871e969a043391" providerId="LiveId" clId="{388DEC17-A882-55C3-A2F9-E33370200D2C}" dt="2026-08-06T02:15:31.847" v="2291" actId="1076"/>
          <ac:spMkLst>
            <pc:docMk/>
            <pc:sldMk cId="1612451050" sldId="295"/>
            <ac:spMk id="50" creationId="{81ADCB69-6734-EB58-E7C5-686FAAB71FAB}"/>
          </ac:spMkLst>
        </pc:spChg>
        <pc:spChg chg="add mod">
          <ac:chgData name="Zhenqi Yang" userId="f6871e969a043391" providerId="LiveId" clId="{388DEC17-A882-55C3-A2F9-E33370200D2C}" dt="2026-08-06T02:23:53.211" v="2435"/>
          <ac:spMkLst>
            <pc:docMk/>
            <pc:sldMk cId="1612451050" sldId="295"/>
            <ac:spMk id="51" creationId="{49AA668B-474F-4249-703B-EA16FD0F6D18}"/>
          </ac:spMkLst>
        </pc:spChg>
      </pc:sldChg>
      <pc:sldChg chg="addSp delSp modSp add mod">
        <pc:chgData name="Zhenqi Yang" userId="f6871e969a043391" providerId="LiveId" clId="{388DEC17-A882-55C3-A2F9-E33370200D2C}" dt="2026-08-06T23:11:52.299" v="4161" actId="1076"/>
        <pc:sldMkLst>
          <pc:docMk/>
          <pc:sldMk cId="1804182731" sldId="296"/>
        </pc:sldMkLst>
        <pc:spChg chg="del">
          <ac:chgData name="Zhenqi Yang" userId="f6871e969a043391" providerId="LiveId" clId="{388DEC17-A882-55C3-A2F9-E33370200D2C}" dt="2026-08-06T02:24:11.336" v="2439" actId="478"/>
          <ac:spMkLst>
            <pc:docMk/>
            <pc:sldMk cId="1804182731" sldId="296"/>
            <ac:spMk id="4" creationId="{6F74ACA3-671E-1F35-9994-A91E461DC38E}"/>
          </ac:spMkLst>
        </pc:spChg>
        <pc:spChg chg="mod">
          <ac:chgData name="Zhenqi Yang" userId="f6871e969a043391" providerId="LiveId" clId="{388DEC17-A882-55C3-A2F9-E33370200D2C}" dt="2026-08-06T02:24:18.700" v="2442" actId="404"/>
          <ac:spMkLst>
            <pc:docMk/>
            <pc:sldMk cId="1804182731" sldId="296"/>
            <ac:spMk id="5" creationId="{6A59E550-685A-5795-06B1-5AF107E52E13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7" creationId="{D61335C0-2CEE-F45F-6CDF-AEF415F45F81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17" creationId="{2567E9C7-246E-C612-5560-11572138BA2C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20" creationId="{189A3E31-0991-AFAE-6EA9-6548CE47B5D2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23" creationId="{C92EBB75-1525-DC78-877A-788C73281E3D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24" creationId="{0D4C9417-6AA4-3D89-466C-5AD320A4CE29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28" creationId="{623F3B93-EBC2-F348-946D-C52F0A088D4E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30" creationId="{F201AAE7-02D6-ECBC-69CD-4F9647C58735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34" creationId="{CAA8E4B1-1B5F-6723-9FE8-0A09C0D64C53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45" creationId="{BC1D0A2A-F329-3192-0C15-5800CED0B3B4}"/>
          </ac:spMkLst>
        </pc:spChg>
        <pc:spChg chg="del">
          <ac:chgData name="Zhenqi Yang" userId="f6871e969a043391" providerId="LiveId" clId="{388DEC17-A882-55C3-A2F9-E33370200D2C}" dt="2026-08-06T02:18:36.067" v="2321" actId="478"/>
          <ac:spMkLst>
            <pc:docMk/>
            <pc:sldMk cId="1804182731" sldId="296"/>
            <ac:spMk id="50" creationId="{9010DCC7-836B-1746-73E2-B046255760C7}"/>
          </ac:spMkLst>
        </pc:spChg>
        <pc:spChg chg="add mod">
          <ac:chgData name="Zhenqi Yang" userId="f6871e969a043391" providerId="LiveId" clId="{388DEC17-A882-55C3-A2F9-E33370200D2C}" dt="2026-08-06T02:24:11.747" v="2440"/>
          <ac:spMkLst>
            <pc:docMk/>
            <pc:sldMk cId="1804182731" sldId="296"/>
            <ac:spMk id="51" creationId="{DC434809-27E7-CA45-73CA-5989A0D58E2E}"/>
          </ac:spMkLst>
        </pc:spChg>
        <pc:spChg chg="add mod">
          <ac:chgData name="Zhenqi Yang" userId="f6871e969a043391" providerId="LiveId" clId="{388DEC17-A882-55C3-A2F9-E33370200D2C}" dt="2026-08-06T23:11:49.109" v="4160" actId="20577"/>
          <ac:spMkLst>
            <pc:docMk/>
            <pc:sldMk cId="1804182731" sldId="296"/>
            <ac:spMk id="54" creationId="{9987A3D0-B0E2-1857-0093-1F3E2CAA7671}"/>
          </ac:spMkLst>
        </pc:spChg>
        <pc:spChg chg="add mod">
          <ac:chgData name="Zhenqi Yang" userId="f6871e969a043391" providerId="LiveId" clId="{388DEC17-A882-55C3-A2F9-E33370200D2C}" dt="2026-08-06T23:11:32.681" v="4153" actId="1076"/>
          <ac:spMkLst>
            <pc:docMk/>
            <pc:sldMk cId="1804182731" sldId="296"/>
            <ac:spMk id="67" creationId="{03EF5373-13E2-07C6-54E2-A9B8ED3BC9F6}"/>
          </ac:spMkLst>
        </pc:spChg>
        <pc:picChg chg="add del mod">
          <ac:chgData name="Zhenqi Yang" userId="f6871e969a043391" providerId="LiveId" clId="{388DEC17-A882-55C3-A2F9-E33370200D2C}" dt="2026-08-06T22:40:47.882" v="4100" actId="478"/>
          <ac:picMkLst>
            <pc:docMk/>
            <pc:sldMk cId="1804182731" sldId="296"/>
            <ac:picMk id="16" creationId="{1875E976-0535-B331-3E83-148B83329D50}"/>
          </ac:picMkLst>
        </pc:picChg>
        <pc:picChg chg="add mod">
          <ac:chgData name="Zhenqi Yang" userId="f6871e969a043391" providerId="LiveId" clId="{388DEC17-A882-55C3-A2F9-E33370200D2C}" dt="2026-08-06T23:11:52.299" v="4161" actId="1076"/>
          <ac:picMkLst>
            <pc:docMk/>
            <pc:sldMk cId="1804182731" sldId="296"/>
            <ac:picMk id="53" creationId="{71710D3A-0A18-0EFE-0F8A-F8D80AD2CEE9}"/>
          </ac:picMkLst>
        </pc:picChg>
        <pc:picChg chg="add mod">
          <ac:chgData name="Zhenqi Yang" userId="f6871e969a043391" providerId="LiveId" clId="{388DEC17-A882-55C3-A2F9-E33370200D2C}" dt="2026-08-06T23:09:06.939" v="4118" actId="1076"/>
          <ac:picMkLst>
            <pc:docMk/>
            <pc:sldMk cId="1804182731" sldId="296"/>
            <ac:picMk id="56" creationId="{3A43A65A-FE83-6CC3-69D7-C1437259BA2F}"/>
          </ac:picMkLst>
        </pc:picChg>
        <pc:picChg chg="add del mod">
          <ac:chgData name="Zhenqi Yang" userId="f6871e969a043391" providerId="LiveId" clId="{388DEC17-A882-55C3-A2F9-E33370200D2C}" dt="2026-08-06T23:09:54.657" v="4120" actId="478"/>
          <ac:picMkLst>
            <pc:docMk/>
            <pc:sldMk cId="1804182731" sldId="296"/>
            <ac:picMk id="58" creationId="{D3960552-2A6A-0755-6EF0-3D2B4B2630C5}"/>
          </ac:picMkLst>
        </pc:picChg>
        <pc:picChg chg="add del mod">
          <ac:chgData name="Zhenqi Yang" userId="f6871e969a043391" providerId="LiveId" clId="{388DEC17-A882-55C3-A2F9-E33370200D2C}" dt="2026-08-06T23:10:02.265" v="4123" actId="478"/>
          <ac:picMkLst>
            <pc:docMk/>
            <pc:sldMk cId="1804182731" sldId="296"/>
            <ac:picMk id="60" creationId="{B1FD0DCD-F013-CADF-51E4-B58E98475389}"/>
          </ac:picMkLst>
        </pc:picChg>
        <pc:picChg chg="add mod">
          <ac:chgData name="Zhenqi Yang" userId="f6871e969a043391" providerId="LiveId" clId="{388DEC17-A882-55C3-A2F9-E33370200D2C}" dt="2026-08-06T23:10:54.487" v="4130" actId="1076"/>
          <ac:picMkLst>
            <pc:docMk/>
            <pc:sldMk cId="1804182731" sldId="296"/>
            <ac:picMk id="62" creationId="{0F4F1BD6-2960-C247-F55C-7FA744FF08E7}"/>
          </ac:picMkLst>
        </pc:picChg>
        <pc:picChg chg="add del mod">
          <ac:chgData name="Zhenqi Yang" userId="f6871e969a043391" providerId="LiveId" clId="{388DEC17-A882-55C3-A2F9-E33370200D2C}" dt="2026-08-06T23:10:45.448" v="4127" actId="478"/>
          <ac:picMkLst>
            <pc:docMk/>
            <pc:sldMk cId="1804182731" sldId="296"/>
            <ac:picMk id="64" creationId="{679E8D4A-AA44-28A3-7DAC-6F8A55806454}"/>
          </ac:picMkLst>
        </pc:picChg>
        <pc:picChg chg="add mod">
          <ac:chgData name="Zhenqi Yang" userId="f6871e969a043391" providerId="LiveId" clId="{388DEC17-A882-55C3-A2F9-E33370200D2C}" dt="2026-08-06T23:10:52.378" v="4129" actId="1076"/>
          <ac:picMkLst>
            <pc:docMk/>
            <pc:sldMk cId="1804182731" sldId="296"/>
            <ac:picMk id="66" creationId="{B3A6F3D6-8CFE-B620-6FDA-9C71170EC43F}"/>
          </ac:picMkLst>
        </pc:picChg>
      </pc:sldChg>
      <pc:sldChg chg="addSp delSp modSp add mod">
        <pc:chgData name="Zhenqi Yang" userId="f6871e969a043391" providerId="LiveId" clId="{388DEC17-A882-55C3-A2F9-E33370200D2C}" dt="2026-08-06T23:13:09.208" v="4163" actId="208"/>
        <pc:sldMkLst>
          <pc:docMk/>
          <pc:sldMk cId="3428243615" sldId="297"/>
        </pc:sldMkLst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2" creationId="{D08CAF21-6F74-540D-B0FC-F07E2C0037F4}"/>
          </ac:spMkLst>
        </pc:spChg>
        <pc:spChg chg="del">
          <ac:chgData name="Zhenqi Yang" userId="f6871e969a043391" providerId="LiveId" clId="{388DEC17-A882-55C3-A2F9-E33370200D2C}" dt="2026-08-06T02:24:24.405" v="2443" actId="478"/>
          <ac:spMkLst>
            <pc:docMk/>
            <pc:sldMk cId="3428243615" sldId="297"/>
            <ac:spMk id="4" creationId="{D06C4EC4-94D9-F7E7-94F1-507F9B48C5F8}"/>
          </ac:spMkLst>
        </pc:spChg>
        <pc:spChg chg="mod">
          <ac:chgData name="Zhenqi Yang" userId="f6871e969a043391" providerId="LiveId" clId="{388DEC17-A882-55C3-A2F9-E33370200D2C}" dt="2026-08-06T02:25:38.837" v="2509" actId="20577"/>
          <ac:spMkLst>
            <pc:docMk/>
            <pc:sldMk cId="3428243615" sldId="297"/>
            <ac:spMk id="5" creationId="{E4E4A631-BBDA-C955-A750-C687EC5C749B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10" creationId="{5F3C31FE-A73D-7707-0A40-4A9269D52123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11" creationId="{BA42DA55-8F81-AD53-139A-0E60A84418A5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12" creationId="{BB04E883-9C20-B499-5806-4D90442AF919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15" creationId="{939EC9E4-0DC2-E4F6-C167-170FA9D8CC33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19" creationId="{7182DDCD-916E-6FD8-0386-85CEE2387651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24" creationId="{02D2BBDB-C5F5-3D97-DD20-C1D4CBB14D9B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26" creationId="{7C4D8F05-18BF-4925-83AC-534233C89167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31" creationId="{86FD8E76-1779-C04B-B7BA-98EA19A27A89}"/>
          </ac:spMkLst>
        </pc:spChg>
        <pc:spChg chg="add mod">
          <ac:chgData name="Zhenqi Yang" userId="f6871e969a043391" providerId="LiveId" clId="{388DEC17-A882-55C3-A2F9-E33370200D2C}" dt="2026-08-06T02:21:19.321" v="2411"/>
          <ac:spMkLst>
            <pc:docMk/>
            <pc:sldMk cId="3428243615" sldId="297"/>
            <ac:spMk id="36" creationId="{347D3BA4-E160-DDD1-8C89-B43491796B46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39" creationId="{04B5D275-53A4-3F24-F14A-4B77D86091FB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40" creationId="{D405E9D0-1FC2-2661-D04B-029863962843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43" creationId="{38AC1F23-9216-037D-ED73-C92CACE0B15F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45" creationId="{B1C9B3B4-5410-1F4A-3C65-6C8703ED0297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46" creationId="{A45CF7F2-5D88-3791-9FA4-EF0ED0B4F945}"/>
          </ac:spMkLst>
        </pc:spChg>
        <pc:spChg chg="add mod">
          <ac:chgData name="Zhenqi Yang" userId="f6871e969a043391" providerId="LiveId" clId="{388DEC17-A882-55C3-A2F9-E33370200D2C}" dt="2026-08-06T23:13:05.625" v="4162" actId="208"/>
          <ac:spMkLst>
            <pc:docMk/>
            <pc:sldMk cId="3428243615" sldId="297"/>
            <ac:spMk id="48" creationId="{4480583A-FE8F-A04F-DB05-E53A69266060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49" creationId="{567FB0D2-1150-ED64-6903-B4BB6626C656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52" creationId="{844A24BE-2B90-3865-9A2F-CE9EC739BF38}"/>
          </ac:spMkLst>
        </pc:spChg>
        <pc:spChg chg="mod">
          <ac:chgData name="Zhenqi Yang" userId="f6871e969a043391" providerId="LiveId" clId="{388DEC17-A882-55C3-A2F9-E33370200D2C}" dt="2026-08-06T23:13:09.208" v="4163" actId="208"/>
          <ac:spMkLst>
            <pc:docMk/>
            <pc:sldMk cId="3428243615" sldId="297"/>
            <ac:spMk id="54" creationId="{F19E199E-0B7C-AE38-6DA9-7A0CFDB83259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55" creationId="{7334ABED-FB91-DEE8-7FCD-9135DEA0F097}"/>
          </ac:spMkLst>
        </pc:spChg>
        <pc:spChg chg="add mod">
          <ac:chgData name="Zhenqi Yang" userId="f6871e969a043391" providerId="LiveId" clId="{388DEC17-A882-55C3-A2F9-E33370200D2C}" dt="2026-08-06T02:21:32.688" v="2412"/>
          <ac:spMkLst>
            <pc:docMk/>
            <pc:sldMk cId="3428243615" sldId="297"/>
            <ac:spMk id="57" creationId="{27A5B2E2-0337-CBF7-6CA2-808E510C2826}"/>
          </ac:spMkLst>
        </pc:spChg>
        <pc:spChg chg="add mod">
          <ac:chgData name="Zhenqi Yang" userId="f6871e969a043391" providerId="LiveId" clId="{388DEC17-A882-55C3-A2F9-E33370200D2C}" dt="2026-08-06T02:24:25.079" v="2444"/>
          <ac:spMkLst>
            <pc:docMk/>
            <pc:sldMk cId="3428243615" sldId="297"/>
            <ac:spMk id="58" creationId="{0B0FDC6E-D7DE-44E2-8800-2759E13CCD5A}"/>
          </ac:spMkLst>
        </pc:spChg>
        <pc:picChg chg="del">
          <ac:chgData name="Zhenqi Yang" userId="f6871e969a043391" providerId="LiveId" clId="{388DEC17-A882-55C3-A2F9-E33370200D2C}" dt="2026-08-06T02:20:49.805" v="2410" actId="478"/>
          <ac:picMkLst>
            <pc:docMk/>
            <pc:sldMk cId="3428243615" sldId="297"/>
            <ac:picMk id="16" creationId="{2A1B960C-CB73-9E47-E025-3FFAF61DBCE7}"/>
          </ac:picMkLst>
        </pc:picChg>
      </pc:sldChg>
      <pc:sldChg chg="modSp add mod ord">
        <pc:chgData name="Zhenqi Yang" userId="f6871e969a043391" providerId="LiveId" clId="{388DEC17-A882-55C3-A2F9-E33370200D2C}" dt="2026-08-06T02:26:22.424" v="2517" actId="207"/>
        <pc:sldMkLst>
          <pc:docMk/>
          <pc:sldMk cId="2912969396" sldId="298"/>
        </pc:sldMkLst>
        <pc:spChg chg="mod">
          <ac:chgData name="Zhenqi Yang" userId="f6871e969a043391" providerId="LiveId" clId="{388DEC17-A882-55C3-A2F9-E33370200D2C}" dt="2026-08-06T02:26:18.700" v="2516" actId="108"/>
          <ac:spMkLst>
            <pc:docMk/>
            <pc:sldMk cId="2912969396" sldId="298"/>
            <ac:spMk id="18" creationId="{79456EA6-5A26-583A-E4FC-FAAB0026DDA9}"/>
          </ac:spMkLst>
        </pc:spChg>
        <pc:spChg chg="mod">
          <ac:chgData name="Zhenqi Yang" userId="f6871e969a043391" providerId="LiveId" clId="{388DEC17-A882-55C3-A2F9-E33370200D2C}" dt="2026-08-06T02:26:22.424" v="2517" actId="207"/>
          <ac:spMkLst>
            <pc:docMk/>
            <pc:sldMk cId="2912969396" sldId="298"/>
            <ac:spMk id="19" creationId="{A0799064-2720-243A-949F-D7C82374802A}"/>
          </ac:spMkLst>
        </pc:spChg>
        <pc:spChg chg="mod">
          <ac:chgData name="Zhenqi Yang" userId="f6871e969a043391" providerId="LiveId" clId="{388DEC17-A882-55C3-A2F9-E33370200D2C}" dt="2026-08-06T02:26:09.332" v="2514" actId="108"/>
          <ac:spMkLst>
            <pc:docMk/>
            <pc:sldMk cId="2912969396" sldId="298"/>
            <ac:spMk id="25" creationId="{8A736B75-9333-2AE6-5E2F-C4590D3E7CCE}"/>
          </ac:spMkLst>
        </pc:spChg>
        <pc:spChg chg="mod">
          <ac:chgData name="Zhenqi Yang" userId="f6871e969a043391" providerId="LiveId" clId="{388DEC17-A882-55C3-A2F9-E33370200D2C}" dt="2026-08-06T02:26:14.700" v="2515" actId="207"/>
          <ac:spMkLst>
            <pc:docMk/>
            <pc:sldMk cId="2912969396" sldId="298"/>
            <ac:spMk id="26" creationId="{D362B0A1-DE95-FC9F-5FDC-804D04520BC4}"/>
          </ac:spMkLst>
        </pc:spChg>
      </pc:sldChg>
      <pc:sldChg chg="add del setBg">
        <pc:chgData name="Zhenqi Yang" userId="f6871e969a043391" providerId="LiveId" clId="{388DEC17-A882-55C3-A2F9-E33370200D2C}" dt="2026-08-06T03:00:57.485" v="2535" actId="2696"/>
        <pc:sldMkLst>
          <pc:docMk/>
          <pc:sldMk cId="0" sldId="299"/>
        </pc:sldMkLst>
      </pc:sldChg>
      <pc:sldChg chg="addSp delSp modSp add mod ord">
        <pc:chgData name="Zhenqi Yang" userId="f6871e969a043391" providerId="LiveId" clId="{388DEC17-A882-55C3-A2F9-E33370200D2C}" dt="2026-08-06T03:22:40.401" v="2631" actId="1076"/>
        <pc:sldMkLst>
          <pc:docMk/>
          <pc:sldMk cId="2848463195" sldId="300"/>
        </pc:sldMkLst>
        <pc:spChg chg="mod">
          <ac:chgData name="Zhenqi Yang" userId="f6871e969a043391" providerId="LiveId" clId="{388DEC17-A882-55C3-A2F9-E33370200D2C}" dt="2026-08-06T03:04:07.797" v="2551" actId="1076"/>
          <ac:spMkLst>
            <pc:docMk/>
            <pc:sldMk cId="2848463195" sldId="300"/>
            <ac:spMk id="4" creationId="{5D6E2FD1-2BB2-23A3-924E-85F9BD3DE09F}"/>
          </ac:spMkLst>
        </pc:spChg>
        <pc:spChg chg="mod">
          <ac:chgData name="Zhenqi Yang" userId="f6871e969a043391" providerId="LiveId" clId="{388DEC17-A882-55C3-A2F9-E33370200D2C}" dt="2026-08-06T03:20:47.244" v="2615" actId="20577"/>
          <ac:spMkLst>
            <pc:docMk/>
            <pc:sldMk cId="2848463195" sldId="300"/>
            <ac:spMk id="5" creationId="{1B5B575D-4AA8-495C-2201-C758F7E88C9E}"/>
          </ac:spMkLst>
        </pc:spChg>
        <pc:spChg chg="mod">
          <ac:chgData name="Zhenqi Yang" userId="f6871e969a043391" providerId="LiveId" clId="{388DEC17-A882-55C3-A2F9-E33370200D2C}" dt="2026-08-06T03:04:07.797" v="2551" actId="1076"/>
          <ac:spMkLst>
            <pc:docMk/>
            <pc:sldMk cId="2848463195" sldId="300"/>
            <ac:spMk id="7" creationId="{B6BEFC05-5DEA-EB6A-FD68-D572A52503EA}"/>
          </ac:spMkLst>
        </pc:spChg>
        <pc:spChg chg="mod">
          <ac:chgData name="Zhenqi Yang" userId="f6871e969a043391" providerId="LiveId" clId="{388DEC17-A882-55C3-A2F9-E33370200D2C}" dt="2026-08-06T03:04:20.015" v="2552" actId="1076"/>
          <ac:spMkLst>
            <pc:docMk/>
            <pc:sldMk cId="2848463195" sldId="300"/>
            <ac:spMk id="15" creationId="{CA0D25E9-9BA5-186A-C919-9F80908A5DE6}"/>
          </ac:spMkLst>
        </pc:spChg>
        <pc:spChg chg="mod">
          <ac:chgData name="Zhenqi Yang" userId="f6871e969a043391" providerId="LiveId" clId="{388DEC17-A882-55C3-A2F9-E33370200D2C}" dt="2026-08-06T03:04:20.015" v="2552" actId="1076"/>
          <ac:spMkLst>
            <pc:docMk/>
            <pc:sldMk cId="2848463195" sldId="300"/>
            <ac:spMk id="17" creationId="{2FA14266-3974-69DB-E59A-7C0D358C5B0C}"/>
          </ac:spMkLst>
        </pc:spChg>
        <pc:spChg chg="mod">
          <ac:chgData name="Zhenqi Yang" userId="f6871e969a043391" providerId="LiveId" clId="{388DEC17-A882-55C3-A2F9-E33370200D2C}" dt="2026-08-06T03:04:20.015" v="2552" actId="1076"/>
          <ac:spMkLst>
            <pc:docMk/>
            <pc:sldMk cId="2848463195" sldId="300"/>
            <ac:spMk id="18" creationId="{90DBFF9F-03F6-7162-420D-708B0FB05BF2}"/>
          </ac:spMkLst>
        </pc:spChg>
        <pc:spChg chg="add mod">
          <ac:chgData name="Zhenqi Yang" userId="f6871e969a043391" providerId="LiveId" clId="{388DEC17-A882-55C3-A2F9-E33370200D2C}" dt="2026-08-06T03:04:20.015" v="2552" actId="1076"/>
          <ac:spMkLst>
            <pc:docMk/>
            <pc:sldMk cId="2848463195" sldId="300"/>
            <ac:spMk id="19" creationId="{4FF9D0CE-F71E-5C5D-DC8B-9598D8C324DB}"/>
          </ac:spMkLst>
        </pc:spChg>
        <pc:spChg chg="del">
          <ac:chgData name="Zhenqi Yang" userId="f6871e969a043391" providerId="LiveId" clId="{388DEC17-A882-55C3-A2F9-E33370200D2C}" dt="2026-08-06T03:22:00.137" v="2626" actId="478"/>
          <ac:spMkLst>
            <pc:docMk/>
            <pc:sldMk cId="2848463195" sldId="300"/>
            <ac:spMk id="20" creationId="{B501BDF5-FF75-87B1-131F-967523084B83}"/>
          </ac:spMkLst>
        </pc:spChg>
        <pc:spChg chg="del">
          <ac:chgData name="Zhenqi Yang" userId="f6871e969a043391" providerId="LiveId" clId="{388DEC17-A882-55C3-A2F9-E33370200D2C}" dt="2026-08-06T03:22:00.137" v="2626" actId="478"/>
          <ac:spMkLst>
            <pc:docMk/>
            <pc:sldMk cId="2848463195" sldId="300"/>
            <ac:spMk id="21" creationId="{DC8700E1-F0C4-8F37-806F-BDEED9D807E2}"/>
          </ac:spMkLst>
        </pc:spChg>
        <pc:spChg chg="del mod">
          <ac:chgData name="Zhenqi Yang" userId="f6871e969a043391" providerId="LiveId" clId="{388DEC17-A882-55C3-A2F9-E33370200D2C}" dt="2026-08-06T03:22:00.137" v="2626" actId="478"/>
          <ac:spMkLst>
            <pc:docMk/>
            <pc:sldMk cId="2848463195" sldId="300"/>
            <ac:spMk id="22" creationId="{43033A87-1662-4672-7136-774DAE5BE25E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23" creationId="{10BFD519-2AD7-C55A-335E-411B8CB0C8D9}"/>
          </ac:spMkLst>
        </pc:spChg>
        <pc:spChg chg="mod">
          <ac:chgData name="Zhenqi Yang" userId="f6871e969a043391" providerId="LiveId" clId="{388DEC17-A882-55C3-A2F9-E33370200D2C}" dt="2026-08-06T03:09:50.879" v="2592" actId="27636"/>
          <ac:spMkLst>
            <pc:docMk/>
            <pc:sldMk cId="2848463195" sldId="300"/>
            <ac:spMk id="28" creationId="{52E690E9-F7FF-6F92-03E4-A4E780212C65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29" creationId="{F7ACDA31-597B-4180-1FE2-16F731BBDB98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34" creationId="{B5FE44BE-72AF-ABA4-9B92-C499C616EE4E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35" creationId="{4F8E2DDF-7207-4CCF-40A0-426C99B0B14D}"/>
          </ac:spMkLst>
        </pc:spChg>
        <pc:spChg chg="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36" creationId="{458531E1-3FE9-0F84-9F5B-0565A7EBCF26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38" creationId="{8A1431C6-A36E-39AA-75F3-59E05A236637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39" creationId="{F8CB3B67-A076-E4C0-7597-59AAF3C10FA9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0" creationId="{A726E979-9A9F-44C3-BC57-81CF08CF3A5A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2" creationId="{D0FBC03D-374B-B5ED-110E-061052AC4AAF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5" creationId="{2D596412-9CE6-7747-640A-A1DE624DCCB7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6" creationId="{E5B72091-F5A5-7C00-CC05-D293D5C2B2E1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8" creationId="{4777964E-A992-4542-8435-5FC07E278B6C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49" creationId="{A6EC42A5-DC46-81D6-102D-44CB23492244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51" creationId="{96559E24-B3D9-6485-B594-BF6960076AD9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52" creationId="{305471D0-1B0D-A1D7-D4FD-7B864239E624}"/>
          </ac:spMkLst>
        </pc:spChg>
        <pc:spChg chg="del">
          <ac:chgData name="Zhenqi Yang" userId="f6871e969a043391" providerId="LiveId" clId="{388DEC17-A882-55C3-A2F9-E33370200D2C}" dt="2026-08-06T02:59:45.616" v="2532" actId="478"/>
          <ac:spMkLst>
            <pc:docMk/>
            <pc:sldMk cId="2848463195" sldId="300"/>
            <ac:spMk id="55" creationId="{73A2E632-2124-E354-D281-95AF54928BB7}"/>
          </ac:spMkLst>
        </pc:spChg>
        <pc:spChg chg="del">
          <ac:chgData name="Zhenqi Yang" userId="f6871e969a043391" providerId="LiveId" clId="{388DEC17-A882-55C3-A2F9-E33370200D2C}" dt="2026-08-06T02:59:47.977" v="2533" actId="478"/>
          <ac:spMkLst>
            <pc:docMk/>
            <pc:sldMk cId="2848463195" sldId="300"/>
            <ac:spMk id="57" creationId="{26902F89-E508-9B58-CCE0-D948765861A5}"/>
          </ac:spMkLst>
        </pc:spChg>
        <pc:spChg chg="mod">
          <ac:chgData name="Zhenqi Yang" userId="f6871e969a043391" providerId="LiveId" clId="{388DEC17-A882-55C3-A2F9-E33370200D2C}" dt="2026-08-06T02:59:38.436" v="2531" actId="20577"/>
          <ac:spMkLst>
            <pc:docMk/>
            <pc:sldMk cId="2848463195" sldId="300"/>
            <ac:spMk id="58" creationId="{F38A421D-AAFD-27FD-273B-2132D76CC1EC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60" creationId="{61B080D3-4AC1-1A13-3807-6CD62D14C778}"/>
          </ac:spMkLst>
        </pc:spChg>
        <pc:spChg chg="mod">
          <ac:chgData name="Zhenqi Yang" userId="f6871e969a043391" providerId="LiveId" clId="{388DEC17-A882-55C3-A2F9-E33370200D2C}" dt="2026-08-06T03:19:59.656" v="2612" actId="208"/>
          <ac:spMkLst>
            <pc:docMk/>
            <pc:sldMk cId="2848463195" sldId="300"/>
            <ac:spMk id="61" creationId="{EBCBD86F-533F-084D-10C6-9B77EBE65882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65" creationId="{2783725A-5336-B494-1051-E9435383CD80}"/>
          </ac:spMkLst>
        </pc:spChg>
        <pc:spChg chg="mod">
          <ac:chgData name="Zhenqi Yang" userId="f6871e969a043391" providerId="LiveId" clId="{388DEC17-A882-55C3-A2F9-E33370200D2C}" dt="2026-08-06T03:09:34.036" v="2588" actId="14100"/>
          <ac:spMkLst>
            <pc:docMk/>
            <pc:sldMk cId="2848463195" sldId="300"/>
            <ac:spMk id="66" creationId="{A9D93290-826D-5F6D-6E88-4B1DF560EF19}"/>
          </ac:spMkLst>
        </pc:spChg>
        <pc:spChg chg="mod">
          <ac:chgData name="Zhenqi Yang" userId="f6871e969a043391" providerId="LiveId" clId="{388DEC17-A882-55C3-A2F9-E33370200D2C}" dt="2026-08-06T03:07:39.595" v="2557" actId="208"/>
          <ac:spMkLst>
            <pc:docMk/>
            <pc:sldMk cId="2848463195" sldId="300"/>
            <ac:spMk id="67" creationId="{C4CEB8D7-510E-C9E6-FE65-8F4EBCB0920E}"/>
          </ac:spMkLst>
        </pc:spChg>
        <pc:spChg chg="mod">
          <ac:chgData name="Zhenqi Yang" userId="f6871e969a043391" providerId="LiveId" clId="{388DEC17-A882-55C3-A2F9-E33370200D2C}" dt="2026-08-06T03:10:38.806" v="2604" actId="403"/>
          <ac:spMkLst>
            <pc:docMk/>
            <pc:sldMk cId="2848463195" sldId="300"/>
            <ac:spMk id="72" creationId="{0FB45F82-6799-ABAC-0C51-EE01869950F7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73" creationId="{C91E7685-3460-771D-9272-73CEFCF0E928}"/>
          </ac:spMkLst>
        </pc:spChg>
        <pc:spChg chg="add mod">
          <ac:chgData name="Zhenqi Yang" userId="f6871e969a043391" providerId="LiveId" clId="{388DEC17-A882-55C3-A2F9-E33370200D2C}" dt="2026-08-06T03:22:28.470" v="2630" actId="1076"/>
          <ac:spMkLst>
            <pc:docMk/>
            <pc:sldMk cId="2848463195" sldId="300"/>
            <ac:spMk id="77" creationId="{8FB37083-83DD-D6E6-E089-0267A7E8C674}"/>
          </ac:spMkLst>
        </pc:spChg>
        <pc:spChg chg="add mod">
          <ac:chgData name="Zhenqi Yang" userId="f6871e969a043391" providerId="LiveId" clId="{388DEC17-A882-55C3-A2F9-E33370200D2C}" dt="2026-08-06T03:22:40.401" v="2631" actId="1076"/>
          <ac:spMkLst>
            <pc:docMk/>
            <pc:sldMk cId="2848463195" sldId="300"/>
            <ac:spMk id="79" creationId="{15260A3B-D4B3-5E1F-641E-195BE56F25A4}"/>
          </ac:spMkLst>
        </pc:spChg>
        <pc:spChg chg="add del mod">
          <ac:chgData name="Zhenqi Yang" userId="f6871e969a043391" providerId="LiveId" clId="{388DEC17-A882-55C3-A2F9-E33370200D2C}" dt="2026-08-06T03:21:31.411" v="2623" actId="478"/>
          <ac:spMkLst>
            <pc:docMk/>
            <pc:sldMk cId="2848463195" sldId="300"/>
            <ac:spMk id="80" creationId="{3E9903C3-64BC-713E-F7B7-7FCBBD3AB479}"/>
          </ac:spMkLst>
        </pc:spChg>
        <pc:picChg chg="mod">
          <ac:chgData name="Zhenqi Yang" userId="f6871e969a043391" providerId="LiveId" clId="{388DEC17-A882-55C3-A2F9-E33370200D2C}" dt="2026-08-06T03:04:20.015" v="2552" actId="1076"/>
          <ac:picMkLst>
            <pc:docMk/>
            <pc:sldMk cId="2848463195" sldId="300"/>
            <ac:picMk id="16" creationId="{4994AA22-6999-0E79-BA43-4659965FC6D0}"/>
          </ac:picMkLst>
        </pc:picChg>
        <pc:picChg chg="add mod">
          <ac:chgData name="Zhenqi Yang" userId="f6871e969a043391" providerId="LiveId" clId="{388DEC17-A882-55C3-A2F9-E33370200D2C}" dt="2026-08-06T03:22:40.401" v="2631" actId="1076"/>
          <ac:picMkLst>
            <pc:docMk/>
            <pc:sldMk cId="2848463195" sldId="300"/>
            <ac:picMk id="81" creationId="{051D7211-5A6A-8521-F644-049C3A58D5A2}"/>
          </ac:picMkLst>
        </pc:picChg>
      </pc:sldChg>
      <pc:sldChg chg="modSp add del mod setBg">
        <pc:chgData name="Zhenqi Yang" userId="f6871e969a043391" providerId="LiveId" clId="{388DEC17-A882-55C3-A2F9-E33370200D2C}" dt="2026-08-06T04:30:29.888" v="2675" actId="2696"/>
        <pc:sldMkLst>
          <pc:docMk/>
          <pc:sldMk cId="0" sldId="301"/>
        </pc:sldMkLst>
        <pc:spChg chg="mod">
          <ac:chgData name="Zhenqi Yang" userId="f6871e969a043391" providerId="LiveId" clId="{388DEC17-A882-55C3-A2F9-E33370200D2C}" dt="2026-08-06T03:03:13.007" v="2546" actId="27636"/>
          <ac:spMkLst>
            <pc:docMk/>
            <pc:sldMk cId="0" sldId="301"/>
            <ac:spMk id="3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3.004" v="2545" actId="27636"/>
          <ac:spMkLst>
            <pc:docMk/>
            <pc:sldMk cId="0" sldId="301"/>
            <ac:spMk id="12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72" v="2537" actId="27636"/>
          <ac:spMkLst>
            <pc:docMk/>
            <pc:sldMk cId="0" sldId="301"/>
            <ac:spMk id="28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3.013" v="2547" actId="27636"/>
          <ac:spMkLst>
            <pc:docMk/>
            <pc:sldMk cId="0" sldId="301"/>
            <ac:spMk id="34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94" v="2542" actId="27636"/>
          <ac:spMkLst>
            <pc:docMk/>
            <pc:sldMk cId="0" sldId="301"/>
            <ac:spMk id="40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96" v="2543" actId="27636"/>
          <ac:spMkLst>
            <pc:docMk/>
            <pc:sldMk cId="0" sldId="301"/>
            <ac:spMk id="44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87" v="2540" actId="27636"/>
          <ac:spMkLst>
            <pc:docMk/>
            <pc:sldMk cId="0" sldId="301"/>
            <ac:spMk id="46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81" v="2539" actId="27636"/>
          <ac:spMkLst>
            <pc:docMk/>
            <pc:sldMk cId="0" sldId="301"/>
            <ac:spMk id="50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3.002" v="2544" actId="27636"/>
          <ac:spMkLst>
            <pc:docMk/>
            <pc:sldMk cId="0" sldId="301"/>
            <ac:spMk id="52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89" v="2541" actId="27636"/>
          <ac:spMkLst>
            <pc:docMk/>
            <pc:sldMk cId="0" sldId="301"/>
            <ac:spMk id="56" creationId="{00000000-0000-0000-0000-000000000000}"/>
          </ac:spMkLst>
        </pc:spChg>
        <pc:spChg chg="mod">
          <ac:chgData name="Zhenqi Yang" userId="f6871e969a043391" providerId="LiveId" clId="{388DEC17-A882-55C3-A2F9-E33370200D2C}" dt="2026-08-06T03:03:12.978" v="2538" actId="27636"/>
          <ac:spMkLst>
            <pc:docMk/>
            <pc:sldMk cId="0" sldId="301"/>
            <ac:spMk id="58" creationId="{00000000-0000-0000-0000-000000000000}"/>
          </ac:spMkLst>
        </pc:spChg>
      </pc:sldChg>
      <pc:sldChg chg="modSp add del mod setBg">
        <pc:chgData name="Zhenqi Yang" userId="f6871e969a043391" providerId="LiveId" clId="{388DEC17-A882-55C3-A2F9-E33370200D2C}" dt="2026-08-06T04:32:23.999" v="2692" actId="2696"/>
        <pc:sldMkLst>
          <pc:docMk/>
          <pc:sldMk cId="0" sldId="302"/>
        </pc:sldMkLst>
        <pc:spChg chg="mod">
          <ac:chgData name="Zhenqi Yang" userId="f6871e969a043391" providerId="LiveId" clId="{388DEC17-A882-55C3-A2F9-E33370200D2C}" dt="2026-08-06T04:31:47.016" v="2685" actId="255"/>
          <ac:spMkLst>
            <pc:docMk/>
            <pc:sldMk cId="0" sldId="302"/>
            <ac:spMk id="4" creationId="{00000000-0000-0000-0000-000000000000}"/>
          </ac:spMkLst>
        </pc:spChg>
      </pc:sldChg>
      <pc:sldChg chg="modSp add del mod setBg">
        <pc:chgData name="Zhenqi Yang" userId="f6871e969a043391" providerId="LiveId" clId="{388DEC17-A882-55C3-A2F9-E33370200D2C}" dt="2026-08-06T04:59:29.601" v="2740" actId="2696"/>
        <pc:sldMkLst>
          <pc:docMk/>
          <pc:sldMk cId="0" sldId="303"/>
        </pc:sldMkLst>
        <pc:spChg chg="mod">
          <ac:chgData name="Zhenqi Yang" userId="f6871e969a043391" providerId="LiveId" clId="{388DEC17-A882-55C3-A2F9-E33370200D2C}" dt="2026-08-06T04:58:18.432" v="2733" actId="1076"/>
          <ac:spMkLst>
            <pc:docMk/>
            <pc:sldMk cId="0" sldId="303"/>
            <ac:spMk id="27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18.432" v="2733" actId="1076"/>
          <ac:spMkLst>
            <pc:docMk/>
            <pc:sldMk cId="0" sldId="303"/>
            <ac:spMk id="28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18.432" v="2733" actId="1076"/>
          <ac:spMkLst>
            <pc:docMk/>
            <pc:sldMk cId="0" sldId="303"/>
            <ac:spMk id="29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18.432" v="2733" actId="1076"/>
          <ac:spMkLst>
            <pc:docMk/>
            <pc:sldMk cId="0" sldId="303"/>
            <ac:spMk id="30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18.432" v="2733" actId="1076"/>
          <ac:spMkLst>
            <pc:docMk/>
            <pc:sldMk cId="0" sldId="303"/>
            <ac:spMk id="31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2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3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4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5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6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7" creationId="{00000000-0000-0000-0000-000000000000}"/>
          </ac:spMkLst>
        </pc:spChg>
        <pc:spChg chg="mod">
          <ac:chgData name="Zhenqi Yang" userId="f6871e969a043391" providerId="LiveId" clId="{388DEC17-A882-55C3-A2F9-E33370200D2C}" dt="2026-08-06T04:58:36.432" v="2734" actId="1076"/>
          <ac:spMkLst>
            <pc:docMk/>
            <pc:sldMk cId="0" sldId="303"/>
            <ac:spMk id="38" creationId="{00000000-0000-0000-0000-000000000000}"/>
          </ac:spMkLst>
        </pc:spChg>
      </pc:sldChg>
      <pc:sldChg chg="add">
        <pc:chgData name="Zhenqi Yang" userId="f6871e969a043391" providerId="LiveId" clId="{388DEC17-A882-55C3-A2F9-E33370200D2C}" dt="2026-08-06T04:26:55.681" v="2641"/>
        <pc:sldMkLst>
          <pc:docMk/>
          <pc:sldMk cId="0" sldId="304"/>
        </pc:sldMkLst>
      </pc:sldChg>
      <pc:sldChg chg="addSp delSp modSp add mod">
        <pc:chgData name="Zhenqi Yang" userId="f6871e969a043391" providerId="LiveId" clId="{388DEC17-A882-55C3-A2F9-E33370200D2C}" dt="2026-08-06T04:30:18.422" v="2674" actId="114"/>
        <pc:sldMkLst>
          <pc:docMk/>
          <pc:sldMk cId="114473766" sldId="305"/>
        </pc:sldMkLst>
        <pc:spChg chg="mod">
          <ac:chgData name="Zhenqi Yang" userId="f6871e969a043391" providerId="LiveId" clId="{388DEC17-A882-55C3-A2F9-E33370200D2C}" dt="2026-08-06T04:29:07.835" v="2657" actId="20577"/>
          <ac:spMkLst>
            <pc:docMk/>
            <pc:sldMk cId="114473766" sldId="305"/>
            <ac:spMk id="5" creationId="{B76D5E6C-1875-CB1C-E1A3-0AB8097C466C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12" creationId="{59E09BC7-E73D-FB0A-BDF9-7F6E81391080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13" creationId="{52457401-78FC-7F4E-AFB1-EEDFB8561CDD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14" creationId="{264A5DDD-3A93-FADB-4C79-552BCDE8A1C6}"/>
          </ac:spMkLst>
        </pc:spChg>
        <pc:spChg chg="mod">
          <ac:chgData name="Zhenqi Yang" userId="f6871e969a043391" providerId="LiveId" clId="{388DEC17-A882-55C3-A2F9-E33370200D2C}" dt="2026-08-06T04:29:39.736" v="2662" actId="404"/>
          <ac:spMkLst>
            <pc:docMk/>
            <pc:sldMk cId="114473766" sldId="305"/>
            <ac:spMk id="21" creationId="{45C0A27C-2BCA-6B42-5E67-DB40ACA1C76C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23" creationId="{0A8DC455-F1D4-1C0D-CFE9-AA5229C5D2FB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29" creationId="{93E24526-A367-AFF2-376A-394F5D7E1D97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34" creationId="{8EDC8E64-9E9A-882E-B752-AB2D14851A48}"/>
          </ac:spMkLst>
        </pc:spChg>
        <pc:spChg chg="add mod">
          <ac:chgData name="Zhenqi Yang" userId="f6871e969a043391" providerId="LiveId" clId="{388DEC17-A882-55C3-A2F9-E33370200D2C}" dt="2026-08-06T04:29:53.155" v="2664" actId="404"/>
          <ac:spMkLst>
            <pc:docMk/>
            <pc:sldMk cId="114473766" sldId="305"/>
            <ac:spMk id="39" creationId="{902DC6E2-3E5A-1BF9-419A-1E9895640EC4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40" creationId="{0B054259-1311-1DE9-F463-6465D3EEE096}"/>
          </ac:spMkLst>
        </pc:spChg>
        <pc:spChg chg="mod">
          <ac:chgData name="Zhenqi Yang" userId="f6871e969a043391" providerId="LiveId" clId="{388DEC17-A882-55C3-A2F9-E33370200D2C}" dt="2026-08-06T04:29:57.338" v="2666" actId="114"/>
          <ac:spMkLst>
            <pc:docMk/>
            <pc:sldMk cId="114473766" sldId="305"/>
            <ac:spMk id="41" creationId="{7DFA5F52-DCFE-283E-945E-7443AB03790A}"/>
          </ac:spMkLst>
        </pc:spChg>
        <pc:spChg chg="mod">
          <ac:chgData name="Zhenqi Yang" userId="f6871e969a043391" providerId="LiveId" clId="{388DEC17-A882-55C3-A2F9-E33370200D2C}" dt="2026-08-06T04:30:01.972" v="2670" actId="114"/>
          <ac:spMkLst>
            <pc:docMk/>
            <pc:sldMk cId="114473766" sldId="305"/>
            <ac:spMk id="43" creationId="{77A3433D-D902-1724-C851-B49B35E6206A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45" creationId="{A11300E2-A3F1-6892-ED08-1CF7D07966B8}"/>
          </ac:spMkLst>
        </pc:spChg>
        <pc:spChg chg="add mod">
          <ac:chgData name="Zhenqi Yang" userId="f6871e969a043391" providerId="LiveId" clId="{388DEC17-A882-55C3-A2F9-E33370200D2C}" dt="2026-08-06T04:30:08.325" v="2672" actId="404"/>
          <ac:spMkLst>
            <pc:docMk/>
            <pc:sldMk cId="114473766" sldId="305"/>
            <ac:spMk id="46" creationId="{00F6B3E2-3096-1DB3-33D3-DD4040559613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47" creationId="{2B37E30F-CDD1-2F13-5796-0AED052DF056}"/>
          </ac:spMkLst>
        </pc:spChg>
        <pc:spChg chg="mod">
          <ac:chgData name="Zhenqi Yang" userId="f6871e969a043391" providerId="LiveId" clId="{388DEC17-A882-55C3-A2F9-E33370200D2C}" dt="2026-08-06T04:30:18.422" v="2674" actId="114"/>
          <ac:spMkLst>
            <pc:docMk/>
            <pc:sldMk cId="114473766" sldId="305"/>
            <ac:spMk id="48" creationId="{EF1276BE-03F9-BD12-615F-0ED13FEC9B4B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50" creationId="{964C34E0-BEA8-A65E-CD93-E93D700E4727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51" creationId="{80A81F61-A5A2-2195-F7BB-F235731927BD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54" creationId="{2B45CC71-3C07-3F55-D50E-6CF6FED70434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55" creationId="{08CBFFE8-C4E8-D367-D6DA-82E47C7D7875}"/>
          </ac:spMkLst>
        </pc:spChg>
        <pc:spChg chg="add mod">
          <ac:chgData name="Zhenqi Yang" userId="f6871e969a043391" providerId="LiveId" clId="{388DEC17-A882-55C3-A2F9-E33370200D2C}" dt="2026-08-06T04:29:33.889" v="2660" actId="1076"/>
          <ac:spMkLst>
            <pc:docMk/>
            <pc:sldMk cId="114473766" sldId="305"/>
            <ac:spMk id="56" creationId="{8DD1112D-D47E-D807-CA1D-E8019CDFED9A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61" creationId="{83DD8E7C-D781-25BD-7CCB-F735D9FB5F75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65" creationId="{E5ADE846-9247-E3B2-C0F5-8665DDDF3A86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78" creationId="{2C93FA6A-8665-486A-1126-B96B6EFA28C5}"/>
          </ac:spMkLst>
        </pc:spChg>
        <pc:spChg chg="del">
          <ac:chgData name="Zhenqi Yang" userId="f6871e969a043391" providerId="LiveId" clId="{388DEC17-A882-55C3-A2F9-E33370200D2C}" dt="2026-08-06T04:29:12.590" v="2658" actId="478"/>
          <ac:spMkLst>
            <pc:docMk/>
            <pc:sldMk cId="114473766" sldId="305"/>
            <ac:spMk id="79" creationId="{68319A48-E77C-B232-C136-1A951765EAE4}"/>
          </ac:spMkLst>
        </pc:spChg>
      </pc:sldChg>
      <pc:sldChg chg="addSp delSp modSp add mod">
        <pc:chgData name="Zhenqi Yang" userId="f6871e969a043391" providerId="LiveId" clId="{388DEC17-A882-55C3-A2F9-E33370200D2C}" dt="2026-08-06T04:32:12.011" v="2691" actId="1076"/>
        <pc:sldMkLst>
          <pc:docMk/>
          <pc:sldMk cId="485039587" sldId="306"/>
        </pc:sldMkLst>
        <pc:spChg chg="add del mod">
          <ac:chgData name="Zhenqi Yang" userId="f6871e969a043391" providerId="LiveId" clId="{388DEC17-A882-55C3-A2F9-E33370200D2C}" dt="2026-08-06T04:31:25.106" v="2680"/>
          <ac:spMkLst>
            <pc:docMk/>
            <pc:sldMk cId="485039587" sldId="306"/>
            <ac:spMk id="2" creationId="{65F19EFB-D7C6-8FB0-4918-23FD97C3BCFF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4" creationId="{EC8ABAD3-688B-C8CE-B2E5-5C95443CA650}"/>
          </ac:spMkLst>
        </pc:spChg>
        <pc:spChg chg="mod">
          <ac:chgData name="Zhenqi Yang" userId="f6871e969a043391" providerId="LiveId" clId="{388DEC17-A882-55C3-A2F9-E33370200D2C}" dt="2026-08-06T04:30:59.891" v="2677"/>
          <ac:spMkLst>
            <pc:docMk/>
            <pc:sldMk cId="485039587" sldId="306"/>
            <ac:spMk id="5" creationId="{330DE7EF-4D85-5D6C-01F3-FB7C5DF07C90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7" creationId="{A210B4B2-4F6F-C4C5-B0C7-53FFE5AFDCFE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10" creationId="{632A8962-97EA-5BC8-28D1-BEAF2F6D9AF0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20" creationId="{9EF0684F-3E64-9B4D-F980-30F9BD1DE43B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29" creationId="{26F09D95-C509-8602-D762-662443405D01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40" creationId="{5ED48C0C-0A57-F4A4-DDD1-EA910DC157A1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42" creationId="{788F4221-6943-496C-D904-53AC047BAD39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45" creationId="{CF4F26C5-475B-04F1-A10E-89BEFDB705F2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48" creationId="{8A3D2F08-8AC3-E883-B1C4-3039D39DBE8C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49" creationId="{0B649E06-5547-3061-7186-824785DCAA56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50" creationId="{A541506F-EB9F-1BFC-AE67-AB82C939F90F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52" creationId="{B9F83EEC-486B-2314-3AB3-16F8FE716975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53" creationId="{528BDB4D-7528-E589-19EF-4C89E4E7EBCE}"/>
          </ac:spMkLst>
        </pc:spChg>
        <pc:spChg chg="del">
          <ac:chgData name="Zhenqi Yang" userId="f6871e969a043391" providerId="LiveId" clId="{388DEC17-A882-55C3-A2F9-E33370200D2C}" dt="2026-08-06T04:31:26.144" v="2681" actId="478"/>
          <ac:spMkLst>
            <pc:docMk/>
            <pc:sldMk cId="485039587" sldId="306"/>
            <ac:spMk id="54" creationId="{3626CD14-D2BB-70A5-5F6D-A1EBF6582D8C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72" creationId="{7CB49D64-CC15-A7D1-6231-7FEBD1C4BAB2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75" creationId="{7E3FC160-6C80-D607-9B6A-24E6318C8F32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81" creationId="{4F62EBA5-DFE0-2BA5-8CC9-E9C644396763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85" creationId="{2EDA4095-FD23-00BA-07A5-084F65196275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88" creationId="{05B8745C-50A7-AA14-F323-87FBE5111F54}"/>
          </ac:spMkLst>
        </pc:spChg>
        <pc:spChg chg="add mod">
          <ac:chgData name="Zhenqi Yang" userId="f6871e969a043391" providerId="LiveId" clId="{388DEC17-A882-55C3-A2F9-E33370200D2C}" dt="2026-08-06T04:31:35.680" v="2683" actId="1076"/>
          <ac:spMkLst>
            <pc:docMk/>
            <pc:sldMk cId="485039587" sldId="306"/>
            <ac:spMk id="91" creationId="{BCE05FB9-35EC-E390-0A9D-65CA7F38080B}"/>
          </ac:spMkLst>
        </pc:spChg>
        <pc:spChg chg="add mod">
          <ac:chgData name="Zhenqi Yang" userId="f6871e969a043391" providerId="LiveId" clId="{388DEC17-A882-55C3-A2F9-E33370200D2C}" dt="2026-08-06T04:32:12.011" v="2691" actId="1076"/>
          <ac:spMkLst>
            <pc:docMk/>
            <pc:sldMk cId="485039587" sldId="306"/>
            <ac:spMk id="93" creationId="{21458558-B310-7166-C63E-FA9D591F2AE0}"/>
          </ac:spMkLst>
        </pc:spChg>
      </pc:sldChg>
      <pc:sldChg chg="addSp delSp modSp add mod">
        <pc:chgData name="Zhenqi Yang" userId="f6871e969a043391" providerId="LiveId" clId="{388DEC17-A882-55C3-A2F9-E33370200D2C}" dt="2026-08-06T21:25:59.658" v="3409" actId="20577"/>
        <pc:sldMkLst>
          <pc:docMk/>
          <pc:sldMk cId="1221153061" sldId="307"/>
        </pc:sldMkLst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2" creationId="{BFC74FF2-F5C7-C3B7-ECC0-ADBF5B3FEDE0}"/>
          </ac:spMkLst>
        </pc:spChg>
        <pc:spChg chg="mod">
          <ac:chgData name="Zhenqi Yang" userId="f6871e969a043391" providerId="LiveId" clId="{388DEC17-A882-55C3-A2F9-E33370200D2C}" dt="2026-08-06T04:52:36.550" v="2696" actId="108"/>
          <ac:spMkLst>
            <pc:docMk/>
            <pc:sldMk cId="1221153061" sldId="307"/>
            <ac:spMk id="5" creationId="{CC9E7519-A031-84A5-6564-7002AEE7F9D9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9" creationId="{95B4C972-E689-8925-5A07-E38ECDBC157B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20" creationId="{558C4804-DD60-B5B3-4731-7A4751705018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21" creationId="{D85412C8-4A76-656A-1DBA-6E8DDE3ADD95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22" creationId="{E91DAB12-496D-2B87-AEC3-345A179E71BA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28" creationId="{AB60D9FA-4B6D-72CF-BDA4-FDE9A3004686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32" creationId="{237EE30F-B093-7FDB-FCA3-837ACA8230AB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34" creationId="{6EC622D6-A344-91BC-052C-5D5839DE2766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39" creationId="{F1D96A57-0BF9-60C2-802E-869B042F51F1}"/>
          </ac:spMkLst>
        </pc:spChg>
        <pc:spChg chg="add mod">
          <ac:chgData name="Zhenqi Yang" userId="f6871e969a043391" providerId="LiveId" clId="{388DEC17-A882-55C3-A2F9-E33370200D2C}" dt="2026-08-06T21:25:59.658" v="3409" actId="20577"/>
          <ac:spMkLst>
            <pc:docMk/>
            <pc:sldMk cId="1221153061" sldId="307"/>
            <ac:spMk id="40" creationId="{F474209E-EC21-08F5-F731-216CC8E88CFE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41" creationId="{69DEAC73-537D-07AA-DF77-7F9B1C9DD641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42" creationId="{B2D317CE-5E7F-3CA4-0DC8-F63F695183C5}"/>
          </ac:spMkLst>
        </pc:spChg>
        <pc:spChg chg="add mod">
          <ac:chgData name="Zhenqi Yang" userId="f6871e969a043391" providerId="LiveId" clId="{388DEC17-A882-55C3-A2F9-E33370200D2C}" dt="2026-08-06T04:52:51.557" v="2698" actId="1076"/>
          <ac:spMkLst>
            <pc:docMk/>
            <pc:sldMk cId="1221153061" sldId="307"/>
            <ac:spMk id="43" creationId="{45C36D9E-AC34-8669-F84A-8DC3DBA740F6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71" creationId="{3A78B889-909B-AACB-63A1-D8E34C035982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77" creationId="{159A4268-F9B0-B507-1357-D55091BA48BB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78" creationId="{019FD184-95BF-0E78-F503-D7A1C995757D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80" creationId="{F2897231-46FC-E331-B5B7-8A438129DAB9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88" creationId="{B4B77D1C-3DFD-1FF2-C345-4FFBFB4AEC98}"/>
          </ac:spMkLst>
        </pc:spChg>
        <pc:spChg chg="del">
          <ac:chgData name="Zhenqi Yang" userId="f6871e969a043391" providerId="LiveId" clId="{388DEC17-A882-55C3-A2F9-E33370200D2C}" dt="2026-08-06T04:52:16.742" v="2694" actId="478"/>
          <ac:spMkLst>
            <pc:docMk/>
            <pc:sldMk cId="1221153061" sldId="307"/>
            <ac:spMk id="92" creationId="{41F30DC2-A3A2-CFA1-7E4F-66B1F32C114F}"/>
          </ac:spMkLst>
        </pc:spChg>
      </pc:sldChg>
      <pc:sldChg chg="addSp delSp modSp add mod">
        <pc:chgData name="Zhenqi Yang" userId="f6871e969a043391" providerId="LiveId" clId="{388DEC17-A882-55C3-A2F9-E33370200D2C}" dt="2026-08-07T00:02:27.963" v="4493" actId="208"/>
        <pc:sldMkLst>
          <pc:docMk/>
          <pc:sldMk cId="4015001214" sldId="308"/>
        </pc:sldMkLst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2" creationId="{A2649D35-963E-449E-1EE4-058D564EB57B}"/>
          </ac:spMkLst>
        </pc:spChg>
        <pc:spChg chg="add mod">
          <ac:chgData name="Zhenqi Yang" userId="f6871e969a043391" providerId="LiveId" clId="{388DEC17-A882-55C3-A2F9-E33370200D2C}" dt="2026-08-07T00:02:27.963" v="4493" actId="208"/>
          <ac:spMkLst>
            <pc:docMk/>
            <pc:sldMk cId="4015001214" sldId="308"/>
            <ac:spMk id="4" creationId="{2BF2EBDF-A2DC-BDBC-0101-BB5ADEA22F8F}"/>
          </ac:spMkLst>
        </pc:spChg>
        <pc:spChg chg="mod">
          <ac:chgData name="Zhenqi Yang" userId="f6871e969a043391" providerId="LiveId" clId="{388DEC17-A882-55C3-A2F9-E33370200D2C}" dt="2026-08-06T04:53:22.003" v="2702" actId="108"/>
          <ac:spMkLst>
            <pc:docMk/>
            <pc:sldMk cId="4015001214" sldId="308"/>
            <ac:spMk id="5" creationId="{92A9E74B-EE9F-480E-1558-73ABD17BE6CB}"/>
          </ac:spMkLst>
        </pc:spChg>
        <pc:spChg chg="add mod">
          <ac:chgData name="Zhenqi Yang" userId="f6871e969a043391" providerId="LiveId" clId="{388DEC17-A882-55C3-A2F9-E33370200D2C}" dt="2026-08-06T04:55:27.532" v="2724" actId="1076"/>
          <ac:spMkLst>
            <pc:docMk/>
            <pc:sldMk cId="4015001214" sldId="308"/>
            <ac:spMk id="7" creationId="{65835679-D9D2-BA8E-D15E-075DD1D22632}"/>
          </ac:spMkLst>
        </pc:spChg>
        <pc:spChg chg="add mod">
          <ac:chgData name="Zhenqi Yang" userId="f6871e969a043391" providerId="LiveId" clId="{388DEC17-A882-55C3-A2F9-E33370200D2C}" dt="2026-08-06T04:55:27.532" v="2724" actId="1076"/>
          <ac:spMkLst>
            <pc:docMk/>
            <pc:sldMk cId="4015001214" sldId="308"/>
            <ac:spMk id="9" creationId="{8DD2887A-133F-4C70-520E-35FB71ABEFC2}"/>
          </ac:spMkLst>
        </pc:spChg>
        <pc:spChg chg="add mod">
          <ac:chgData name="Zhenqi Yang" userId="f6871e969a043391" providerId="LiveId" clId="{388DEC17-A882-55C3-A2F9-E33370200D2C}" dt="2026-08-06T04:54:43.512" v="2708" actId="14100"/>
          <ac:spMkLst>
            <pc:docMk/>
            <pc:sldMk cId="4015001214" sldId="308"/>
            <ac:spMk id="11" creationId="{6685F735-EAFA-1AA2-E282-45052CE34A34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20" creationId="{0C325E7A-B07A-7D75-EECA-9B0664000081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21" creationId="{4FDA252E-5035-1F3B-19E9-60CE740E0271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22" creationId="{594E3176-2762-D092-A3EC-48956CF09D75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39" creationId="{A76DE7B9-1098-07B7-DF55-01F3CF3E08AF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40" creationId="{CB71396A-5069-F313-40DB-47CBFC2B0148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41" creationId="{5910C2A1-BA52-CB6A-CB38-902EECB4F5EC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42" creationId="{40A2D1C0-5C4C-B7BB-FD34-667ED4772321}"/>
          </ac:spMkLst>
        </pc:spChg>
        <pc:spChg chg="del">
          <ac:chgData name="Zhenqi Yang" userId="f6871e969a043391" providerId="LiveId" clId="{388DEC17-A882-55C3-A2F9-E33370200D2C}" dt="2026-08-06T04:53:26.953" v="2703" actId="478"/>
          <ac:spMkLst>
            <pc:docMk/>
            <pc:sldMk cId="4015001214" sldId="308"/>
            <ac:spMk id="43" creationId="{E05615EE-3AE3-B418-574C-C1AE60034BA3}"/>
          </ac:spMkLst>
        </pc:spChg>
        <pc:cxnChg chg="add mod">
          <ac:chgData name="Zhenqi Yang" userId="f6871e969a043391" providerId="LiveId" clId="{388DEC17-A882-55C3-A2F9-E33370200D2C}" dt="2026-08-06T04:55:27.532" v="2724" actId="1076"/>
          <ac:cxnSpMkLst>
            <pc:docMk/>
            <pc:sldMk cId="4015001214" sldId="308"/>
            <ac:cxnSpMk id="8" creationId="{D7527ABC-C127-1F9F-27DB-308EB1DEC23F}"/>
          </ac:cxnSpMkLst>
        </pc:cxnChg>
        <pc:cxnChg chg="add mod">
          <ac:chgData name="Zhenqi Yang" userId="f6871e969a043391" providerId="LiveId" clId="{388DEC17-A882-55C3-A2F9-E33370200D2C}" dt="2026-08-06T04:55:27.532" v="2724" actId="1076"/>
          <ac:cxnSpMkLst>
            <pc:docMk/>
            <pc:sldMk cId="4015001214" sldId="308"/>
            <ac:cxnSpMk id="10" creationId="{0ACE7DA7-A54F-E5EB-B5E1-97B1F788F3E3}"/>
          </ac:cxnSpMkLst>
        </pc:cxnChg>
      </pc:sldChg>
      <pc:sldChg chg="addSp delSp modSp add mod">
        <pc:chgData name="Zhenqi Yang" userId="f6871e969a043391" providerId="LiveId" clId="{388DEC17-A882-55C3-A2F9-E33370200D2C}" dt="2026-08-06T04:57:24.859" v="2731"/>
        <pc:sldMkLst>
          <pc:docMk/>
          <pc:sldMk cId="2339611272" sldId="309"/>
        </pc:sldMkLst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2" creationId="{64A287AB-8803-B93C-8A07-3FED61AE5D5E}"/>
          </ac:spMkLst>
        </pc:spChg>
        <pc:spChg chg="del">
          <ac:chgData name="Zhenqi Yang" userId="f6871e969a043391" providerId="LiveId" clId="{388DEC17-A882-55C3-A2F9-E33370200D2C}" dt="2026-08-06T04:57:17.968" v="2730" actId="478"/>
          <ac:spMkLst>
            <pc:docMk/>
            <pc:sldMk cId="2339611272" sldId="309"/>
            <ac:spMk id="4" creationId="{2BB38672-3D72-530C-5437-311DF7F474C9}"/>
          </ac:spMkLst>
        </pc:spChg>
        <pc:spChg chg="mod">
          <ac:chgData name="Zhenqi Yang" userId="f6871e969a043391" providerId="LiveId" clId="{388DEC17-A882-55C3-A2F9-E33370200D2C}" dt="2026-08-06T04:57:11.453" v="2729" actId="108"/>
          <ac:spMkLst>
            <pc:docMk/>
            <pc:sldMk cId="2339611272" sldId="309"/>
            <ac:spMk id="5" creationId="{4EA72A32-64C9-C062-5EE9-EF0CC0FEDDE9}"/>
          </ac:spMkLst>
        </pc:spChg>
        <pc:spChg chg="del">
          <ac:chgData name="Zhenqi Yang" userId="f6871e969a043391" providerId="LiveId" clId="{388DEC17-A882-55C3-A2F9-E33370200D2C}" dt="2026-08-06T04:57:17.968" v="2730" actId="478"/>
          <ac:spMkLst>
            <pc:docMk/>
            <pc:sldMk cId="2339611272" sldId="309"/>
            <ac:spMk id="7" creationId="{FE041969-350F-114B-3472-75893A3AABD4}"/>
          </ac:spMkLst>
        </pc:spChg>
        <pc:spChg chg="del">
          <ac:chgData name="Zhenqi Yang" userId="f6871e969a043391" providerId="LiveId" clId="{388DEC17-A882-55C3-A2F9-E33370200D2C}" dt="2026-08-06T04:57:17.968" v="2730" actId="478"/>
          <ac:spMkLst>
            <pc:docMk/>
            <pc:sldMk cId="2339611272" sldId="309"/>
            <ac:spMk id="9" creationId="{0F1CFDF3-246C-BFEB-FCFE-2C9F70928685}"/>
          </ac:spMkLst>
        </pc:spChg>
        <pc:spChg chg="del">
          <ac:chgData name="Zhenqi Yang" userId="f6871e969a043391" providerId="LiveId" clId="{388DEC17-A882-55C3-A2F9-E33370200D2C}" dt="2026-08-06T04:57:17.968" v="2730" actId="478"/>
          <ac:spMkLst>
            <pc:docMk/>
            <pc:sldMk cId="2339611272" sldId="309"/>
            <ac:spMk id="11" creationId="{CE8ED7F3-73BB-CEE5-B1AA-2BDC33236BA5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2" creationId="{910790DA-9010-9252-792A-A6780E1A16A7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3" creationId="{5E5D0961-0330-9B3F-2EC7-C940A5F7C7FF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4" creationId="{61012072-AE5D-1866-3D51-D60D83364E7E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5" creationId="{B4913D65-60C6-8014-39E6-A398BF4A3EF3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6" creationId="{3A569F3F-544F-771D-E4ED-62F734A1388C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7" creationId="{C0401A37-1FB4-D9C6-7609-6E02C0E06AA6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8" creationId="{7533E30B-5C31-0CE4-99AE-402085B65610}"/>
          </ac:spMkLst>
        </pc:spChg>
        <pc:spChg chg="add mod">
          <ac:chgData name="Zhenqi Yang" userId="f6871e969a043391" providerId="LiveId" clId="{388DEC17-A882-55C3-A2F9-E33370200D2C}" dt="2026-08-06T04:57:24.859" v="2731"/>
          <ac:spMkLst>
            <pc:docMk/>
            <pc:sldMk cId="2339611272" sldId="309"/>
            <ac:spMk id="19" creationId="{B8750E8C-DBD8-D9A6-EED4-260234CC67D5}"/>
          </ac:spMkLst>
        </pc:spChg>
        <pc:spChg chg="mod">
          <ac:chgData name="Zhenqi Yang" userId="f6871e969a043391" providerId="LiveId" clId="{388DEC17-A882-55C3-A2F9-E33370200D2C}" dt="2026-08-06T04:57:04.125" v="2728" actId="108"/>
          <ac:spMkLst>
            <pc:docMk/>
            <pc:sldMk cId="2339611272" sldId="309"/>
            <ac:spMk id="58" creationId="{AC65B6A6-6407-9D2D-EF0F-E0C446E6840E}"/>
          </ac:spMkLst>
        </pc:spChg>
        <pc:cxnChg chg="del">
          <ac:chgData name="Zhenqi Yang" userId="f6871e969a043391" providerId="LiveId" clId="{388DEC17-A882-55C3-A2F9-E33370200D2C}" dt="2026-08-06T04:57:17.968" v="2730" actId="478"/>
          <ac:cxnSpMkLst>
            <pc:docMk/>
            <pc:sldMk cId="2339611272" sldId="309"/>
            <ac:cxnSpMk id="8" creationId="{AF085CBC-38FD-BCD7-E774-4CB087B22D90}"/>
          </ac:cxnSpMkLst>
        </pc:cxnChg>
        <pc:cxnChg chg="del">
          <ac:chgData name="Zhenqi Yang" userId="f6871e969a043391" providerId="LiveId" clId="{388DEC17-A882-55C3-A2F9-E33370200D2C}" dt="2026-08-06T04:57:17.968" v="2730" actId="478"/>
          <ac:cxnSpMkLst>
            <pc:docMk/>
            <pc:sldMk cId="2339611272" sldId="309"/>
            <ac:cxnSpMk id="10" creationId="{B5A783DE-F890-B41F-F9FB-23F575C9C11B}"/>
          </ac:cxnSpMkLst>
        </pc:cxnChg>
      </pc:sldChg>
      <pc:sldChg chg="addSp delSp modSp add mod">
        <pc:chgData name="Zhenqi Yang" userId="f6871e969a043391" providerId="LiveId" clId="{388DEC17-A882-55C3-A2F9-E33370200D2C}" dt="2026-08-06T04:59:21.811" v="2739"/>
        <pc:sldMkLst>
          <pc:docMk/>
          <pc:sldMk cId="825138840" sldId="310"/>
        </pc:sldMkLst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2" creationId="{6877043B-EEA3-A4AF-28FF-FEE8BE1653DB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4" creationId="{292A5E3F-FDFC-D80B-9142-89C56251F597}"/>
          </ac:spMkLst>
        </pc:spChg>
        <pc:spChg chg="mod">
          <ac:chgData name="Zhenqi Yang" userId="f6871e969a043391" providerId="LiveId" clId="{388DEC17-A882-55C3-A2F9-E33370200D2C}" dt="2026-08-06T04:59:09.361" v="2737" actId="108"/>
          <ac:spMkLst>
            <pc:docMk/>
            <pc:sldMk cId="825138840" sldId="310"/>
            <ac:spMk id="5" creationId="{CE1EB8AB-752D-ABC1-A904-8AA6686850E6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7" creationId="{65B41C1E-FE71-ED8B-28CB-C9A6E01CEA9A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2" creationId="{49C21C53-9E10-7003-B405-E14380829880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3" creationId="{3F6514E1-9D3D-ADEF-F420-5DA1D2BA9A18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4" creationId="{DC347DAA-B921-04C9-B06A-8B911DD84BBF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5" creationId="{711F266A-0BE5-630F-138A-D9820E71771C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6" creationId="{19573B9B-BC40-E099-A337-31D699B57913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7" creationId="{7A679F7C-F3A3-ED65-C296-B3319C156A53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8" creationId="{DE4482FA-DDB4-0C4D-4EB4-146E28E021F1}"/>
          </ac:spMkLst>
        </pc:spChg>
        <pc:spChg chg="del">
          <ac:chgData name="Zhenqi Yang" userId="f6871e969a043391" providerId="LiveId" clId="{388DEC17-A882-55C3-A2F9-E33370200D2C}" dt="2026-08-06T04:59:12.900" v="2738" actId="478"/>
          <ac:spMkLst>
            <pc:docMk/>
            <pc:sldMk cId="825138840" sldId="310"/>
            <ac:spMk id="19" creationId="{5135984D-8E53-E95A-DC16-5405124BBB5B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24" creationId="{C2B1ED3E-E2A5-002A-8878-E393B4E7EA5B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31" creationId="{35632911-1661-DC21-B50F-53878B4DDE8C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40" creationId="{ABCB0981-2A15-7071-C698-332C2D71973D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44" creationId="{01D32C05-4765-D910-78BD-6225AF42EDC0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46" creationId="{7C6CED53-785F-59B1-CF5E-F929F0BCF056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49" creationId="{2E1F9F23-C1F4-1BA9-65B7-47706AC78C67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54" creationId="{FB98B7CA-7A21-6D48-B861-FED1F14548DF}"/>
          </ac:spMkLst>
        </pc:spChg>
        <pc:spChg chg="add mod">
          <ac:chgData name="Zhenqi Yang" userId="f6871e969a043391" providerId="LiveId" clId="{388DEC17-A882-55C3-A2F9-E33370200D2C}" dt="2026-08-06T04:59:21.811" v="2739"/>
          <ac:spMkLst>
            <pc:docMk/>
            <pc:sldMk cId="825138840" sldId="310"/>
            <ac:spMk id="61" creationId="{F316BC74-8481-297B-B7C5-0CFBD8766207}"/>
          </ac:spMkLst>
        </pc:spChg>
      </pc:sldChg>
      <pc:sldChg chg="addSp delSp modSp add mod ord">
        <pc:chgData name="Zhenqi Yang" userId="f6871e969a043391" providerId="LiveId" clId="{388DEC17-A882-55C3-A2F9-E33370200D2C}" dt="2026-08-06T07:08:43.939" v="2835" actId="1036"/>
        <pc:sldMkLst>
          <pc:docMk/>
          <pc:sldMk cId="960569056" sldId="311"/>
        </pc:sldMkLst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2" creationId="{BFAD5336-218D-F0F6-97B1-7E845D88D4CE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4" creationId="{78D3E807-CC1A-318B-3FAC-FC87F8C5B6F8}"/>
          </ac:spMkLst>
        </pc:spChg>
        <pc:spChg chg="mod">
          <ac:chgData name="Zhenqi Yang" userId="f6871e969a043391" providerId="LiveId" clId="{388DEC17-A882-55C3-A2F9-E33370200D2C}" dt="2026-08-06T05:00:04.499" v="2798" actId="20577"/>
          <ac:spMkLst>
            <pc:docMk/>
            <pc:sldMk cId="960569056" sldId="311"/>
            <ac:spMk id="5" creationId="{FD7A6371-B1D8-DC91-3642-27BB0F9A5981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2" creationId="{2D3CE98E-B832-A736-1233-B156269C575D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3" creationId="{D2E40666-02EF-F1E9-911A-99E24441D2F7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4" creationId="{E8D3934C-71DE-F209-FFA1-031BFDC233D5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5" creationId="{CCAD8B02-6645-7758-02AF-494C248798EA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6" creationId="{64F7A036-B8ED-8AB4-7D2A-6D4E7DE1F1A5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7" creationId="{AE82D3BA-E9F2-C9D7-C715-439875D6822E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8" creationId="{D52C0521-6D09-6B0E-D4C2-269EFF9F2399}"/>
          </ac:spMkLst>
        </pc:spChg>
        <pc:spChg chg="del">
          <ac:chgData name="Zhenqi Yang" userId="f6871e969a043391" providerId="LiveId" clId="{388DEC17-A882-55C3-A2F9-E33370200D2C}" dt="2026-08-06T05:00:09.947" v="2799" actId="478"/>
          <ac:spMkLst>
            <pc:docMk/>
            <pc:sldMk cId="960569056" sldId="311"/>
            <ac:spMk id="19" creationId="{3FACAE2F-A4AE-9D79-D21A-F2D760479CF6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22" creationId="{B2F4EE82-4601-4E56-2DF2-CBC20E5B182E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30" creationId="{71CEDD5E-90B6-BD4C-1211-F82C7D2B7DC9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44" creationId="{2FB5F933-435B-E32F-4318-A775EBCA2DFD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52" creationId="{3D6D9692-A99E-E38B-CB7B-9D47D0390859}"/>
          </ac:spMkLst>
        </pc:spChg>
        <pc:spChg chg="mod">
          <ac:chgData name="Zhenqi Yang" userId="f6871e969a043391" providerId="LiveId" clId="{388DEC17-A882-55C3-A2F9-E33370200D2C}" dt="2026-08-06T04:59:50.134" v="2769" actId="20577"/>
          <ac:spMkLst>
            <pc:docMk/>
            <pc:sldMk cId="960569056" sldId="311"/>
            <ac:spMk id="58" creationId="{D2079EF7-1648-E66D-E441-3F10F67B6219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74" creationId="{B0774859-4317-5066-01A3-C4D640911655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79" creationId="{42206A37-2412-BBA8-FF2B-562343BB29E7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85" creationId="{86247241-FEBF-89A1-CD5C-0B9B1B93849F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93" creationId="{54BA5DBD-96D6-94B4-B56A-05F7D9838444}"/>
          </ac:spMkLst>
        </pc:spChg>
        <pc:spChg chg="add mod">
          <ac:chgData name="Zhenqi Yang" userId="f6871e969a043391" providerId="LiveId" clId="{388DEC17-A882-55C3-A2F9-E33370200D2C}" dt="2026-08-06T05:13:17.194" v="2809" actId="1036"/>
          <ac:spMkLst>
            <pc:docMk/>
            <pc:sldMk cId="960569056" sldId="311"/>
            <ac:spMk id="98" creationId="{4EDBCB08-DFD9-EA8F-B99C-682834726927}"/>
          </ac:spMkLst>
        </pc:spChg>
        <pc:picChg chg="add del mod">
          <ac:chgData name="Zhenqi Yang" userId="f6871e969a043391" providerId="LiveId" clId="{388DEC17-A882-55C3-A2F9-E33370200D2C}" dt="2026-08-06T06:21:34.413" v="2818" actId="478"/>
          <ac:picMkLst>
            <pc:docMk/>
            <pc:sldMk cId="960569056" sldId="311"/>
            <ac:picMk id="100" creationId="{4A54FCDA-1B63-8834-342A-AB82CDEA22AC}"/>
          </ac:picMkLst>
        </pc:picChg>
        <pc:picChg chg="add del mod">
          <ac:chgData name="Zhenqi Yang" userId="f6871e969a043391" providerId="LiveId" clId="{388DEC17-A882-55C3-A2F9-E33370200D2C}" dt="2026-08-06T07:08:20.958" v="2828" actId="478"/>
          <ac:picMkLst>
            <pc:docMk/>
            <pc:sldMk cId="960569056" sldId="311"/>
            <ac:picMk id="102" creationId="{38D37325-E9D8-DCC4-2D6D-359EB816CF4E}"/>
          </ac:picMkLst>
        </pc:picChg>
        <pc:picChg chg="add mod">
          <ac:chgData name="Zhenqi Yang" userId="f6871e969a043391" providerId="LiveId" clId="{388DEC17-A882-55C3-A2F9-E33370200D2C}" dt="2026-08-06T07:08:43.939" v="2835" actId="1036"/>
          <ac:picMkLst>
            <pc:docMk/>
            <pc:sldMk cId="960569056" sldId="311"/>
            <ac:picMk id="104" creationId="{3E6EB668-063C-CC47-35D2-0FA183BF3780}"/>
          </ac:picMkLst>
        </pc:picChg>
      </pc:sldChg>
      <pc:sldChg chg="add del setBg">
        <pc:chgData name="Zhenqi Yang" userId="f6871e969a043391" providerId="LiveId" clId="{388DEC17-A882-55C3-A2F9-E33370200D2C}" dt="2026-08-06T06:19:03.732" v="2816" actId="2696"/>
        <pc:sldMkLst>
          <pc:docMk/>
          <pc:sldMk cId="0" sldId="312"/>
        </pc:sldMkLst>
      </pc:sldChg>
      <pc:sldChg chg="addSp delSp modSp add mod delAnim modAnim">
        <pc:chgData name="Zhenqi Yang" userId="f6871e969a043391" providerId="LiveId" clId="{388DEC17-A882-55C3-A2F9-E33370200D2C}" dt="2026-08-07T00:32:34.015" v="4557" actId="1076"/>
        <pc:sldMkLst>
          <pc:docMk/>
          <pc:sldMk cId="1895166018" sldId="312"/>
        </pc:sldMkLst>
        <pc:spChg chg="mod">
          <ac:chgData name="Zhenqi Yang" userId="f6871e969a043391" providerId="LiveId" clId="{388DEC17-A882-55C3-A2F9-E33370200D2C}" dt="2026-08-06T14:58:48.302" v="2856" actId="20577"/>
          <ac:spMkLst>
            <pc:docMk/>
            <pc:sldMk cId="1895166018" sldId="312"/>
            <ac:spMk id="5" creationId="{841D0ABB-FBF0-B7C0-BA9E-741ADFAE525C}"/>
          </ac:spMkLst>
        </pc:spChg>
        <pc:spChg chg="add mod">
          <ac:chgData name="Zhenqi Yang" userId="f6871e969a043391" providerId="LiveId" clId="{388DEC17-A882-55C3-A2F9-E33370200D2C}" dt="2026-08-07T00:32:34.015" v="4557" actId="1076"/>
          <ac:spMkLst>
            <pc:docMk/>
            <pc:sldMk cId="1895166018" sldId="312"/>
            <ac:spMk id="8" creationId="{2668B74F-89EB-CF45-7BB6-8D0A955E974F}"/>
          </ac:spMkLst>
        </pc:spChg>
        <pc:picChg chg="add del mod">
          <ac:chgData name="Zhenqi Yang" userId="f6871e969a043391" providerId="LiveId" clId="{388DEC17-A882-55C3-A2F9-E33370200D2C}" dt="2026-08-07T00:19:53.811" v="4499" actId="478"/>
          <ac:picMkLst>
            <pc:docMk/>
            <pc:sldMk cId="1895166018" sldId="312"/>
            <ac:picMk id="2" creationId="{6DA32C65-E7F3-E0E3-EA22-0E88ED8CC987}"/>
          </ac:picMkLst>
        </pc:picChg>
        <pc:picChg chg="add mod">
          <ac:chgData name="Zhenqi Yang" userId="f6871e969a043391" providerId="LiveId" clId="{388DEC17-A882-55C3-A2F9-E33370200D2C}" dt="2026-08-07T00:32:05.096" v="4551" actId="1076"/>
          <ac:picMkLst>
            <pc:docMk/>
            <pc:sldMk cId="1895166018" sldId="312"/>
            <ac:picMk id="7" creationId="{72F8544A-B6B0-A8CC-1C71-7C0F54AC399C}"/>
          </ac:picMkLst>
        </pc:picChg>
        <pc:picChg chg="del">
          <ac:chgData name="Zhenqi Yang" userId="f6871e969a043391" providerId="LiveId" clId="{388DEC17-A882-55C3-A2F9-E33370200D2C}" dt="2026-08-06T14:58:50.390" v="2857" actId="478"/>
          <ac:picMkLst>
            <pc:docMk/>
            <pc:sldMk cId="1895166018" sldId="312"/>
            <ac:picMk id="104" creationId="{0E4D6182-3FEA-95D7-313E-4780B9A5CD20}"/>
          </ac:picMkLst>
        </pc:picChg>
      </pc:sldChg>
      <pc:sldChg chg="addSp delSp modSp add mod">
        <pc:chgData name="Zhenqi Yang" userId="f6871e969a043391" providerId="LiveId" clId="{388DEC17-A882-55C3-A2F9-E33370200D2C}" dt="2026-08-06T20:40:59.673" v="3336" actId="14100"/>
        <pc:sldMkLst>
          <pc:docMk/>
          <pc:sldMk cId="532476498" sldId="313"/>
        </pc:sldMkLst>
        <pc:spChg chg="mod">
          <ac:chgData name="Zhenqi Yang" userId="f6871e969a043391" providerId="LiveId" clId="{388DEC17-A882-55C3-A2F9-E33370200D2C}" dt="2026-08-06T20:40:59.673" v="3336" actId="14100"/>
          <ac:spMkLst>
            <pc:docMk/>
            <pc:sldMk cId="532476498" sldId="313"/>
            <ac:spMk id="2" creationId="{6EBC92B0-9CE0-9790-506E-E4FF1BBA2164}"/>
          </ac:spMkLst>
        </pc:spChg>
        <pc:spChg chg="mod">
          <ac:chgData name="Zhenqi Yang" userId="f6871e969a043391" providerId="LiveId" clId="{388DEC17-A882-55C3-A2F9-E33370200D2C}" dt="2026-08-06T19:04:30.277" v="3096" actId="20577"/>
          <ac:spMkLst>
            <pc:docMk/>
            <pc:sldMk cId="532476498" sldId="313"/>
            <ac:spMk id="5" creationId="{196C2955-C447-4629-D827-3C57B48DCDAB}"/>
          </ac:spMkLst>
        </pc:spChg>
        <pc:spChg chg="add mod">
          <ac:chgData name="Zhenqi Yang" userId="f6871e969a043391" providerId="LiveId" clId="{388DEC17-A882-55C3-A2F9-E33370200D2C}" dt="2026-08-06T19:28:38.963" v="3124" actId="2711"/>
          <ac:spMkLst>
            <pc:docMk/>
            <pc:sldMk cId="532476498" sldId="313"/>
            <ac:spMk id="8" creationId="{75DDAC24-A976-D5BA-7AC5-3B9F18335411}"/>
          </ac:spMkLst>
        </pc:spChg>
        <pc:spChg chg="add mod">
          <ac:chgData name="Zhenqi Yang" userId="f6871e969a043391" providerId="LiveId" clId="{388DEC17-A882-55C3-A2F9-E33370200D2C}" dt="2026-08-06T19:28:38.963" v="3124" actId="2711"/>
          <ac:spMkLst>
            <pc:docMk/>
            <pc:sldMk cId="532476498" sldId="313"/>
            <ac:spMk id="9" creationId="{F847D8C5-A443-F23F-4359-F9BF97C84238}"/>
          </ac:spMkLst>
        </pc:spChg>
        <pc:spChg chg="mod">
          <ac:chgData name="Zhenqi Yang" userId="f6871e969a043391" providerId="LiveId" clId="{388DEC17-A882-55C3-A2F9-E33370200D2C}" dt="2026-08-06T19:28:38.963" v="3124" actId="2711"/>
          <ac:spMkLst>
            <pc:docMk/>
            <pc:sldMk cId="532476498" sldId="313"/>
            <ac:spMk id="10" creationId="{1E5C26F6-5982-9407-D7A1-E0FC376FE9E3}"/>
          </ac:spMkLst>
        </pc:spChg>
        <pc:spChg chg="mod">
          <ac:chgData name="Zhenqi Yang" userId="f6871e969a043391" providerId="LiveId" clId="{388DEC17-A882-55C3-A2F9-E33370200D2C}" dt="2026-08-06T19:28:48.146" v="3125" actId="1076"/>
          <ac:spMkLst>
            <pc:docMk/>
            <pc:sldMk cId="532476498" sldId="313"/>
            <ac:spMk id="11" creationId="{641757FE-9D53-74DA-2A64-CED965AB2013}"/>
          </ac:spMkLst>
        </pc:spChg>
        <pc:spChg chg="mod">
          <ac:chgData name="Zhenqi Yang" userId="f6871e969a043391" providerId="LiveId" clId="{388DEC17-A882-55C3-A2F9-E33370200D2C}" dt="2026-08-06T19:26:29.625" v="3101" actId="1076"/>
          <ac:spMkLst>
            <pc:docMk/>
            <pc:sldMk cId="532476498" sldId="313"/>
            <ac:spMk id="13" creationId="{651FC00E-72A7-841B-9289-403D1432716B}"/>
          </ac:spMkLst>
        </pc:spChg>
        <pc:spChg chg="mod">
          <ac:chgData name="Zhenqi Yang" userId="f6871e969a043391" providerId="LiveId" clId="{388DEC17-A882-55C3-A2F9-E33370200D2C}" dt="2026-08-06T19:26:33.308" v="3102" actId="1076"/>
          <ac:spMkLst>
            <pc:docMk/>
            <pc:sldMk cId="532476498" sldId="313"/>
            <ac:spMk id="14" creationId="{9D59D527-9FCD-A777-8003-029890760FEC}"/>
          </ac:spMkLst>
        </pc:spChg>
        <pc:spChg chg="mod">
          <ac:chgData name="Zhenqi Yang" userId="f6871e969a043391" providerId="LiveId" clId="{388DEC17-A882-55C3-A2F9-E33370200D2C}" dt="2026-08-06T19:26:38.425" v="3103" actId="1076"/>
          <ac:spMkLst>
            <pc:docMk/>
            <pc:sldMk cId="532476498" sldId="313"/>
            <ac:spMk id="15" creationId="{AD300551-4DC4-38B0-AE63-5E791FEC7A8E}"/>
          </ac:spMkLst>
        </pc:spChg>
        <pc:spChg chg="add mod">
          <ac:chgData name="Zhenqi Yang" userId="f6871e969a043391" providerId="LiveId" clId="{388DEC17-A882-55C3-A2F9-E33370200D2C}" dt="2026-08-06T19:26:14.979" v="3099" actId="1076"/>
          <ac:spMkLst>
            <pc:docMk/>
            <pc:sldMk cId="532476498" sldId="313"/>
            <ac:spMk id="16" creationId="{139066CB-EFE7-74B2-E21D-9C0BB1B3EDAE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18" creationId="{A7069C6C-4CD6-CFE5-69C5-6CE59B2074BE}"/>
          </ac:spMkLst>
        </pc:spChg>
        <pc:spChg chg="add mod">
          <ac:chgData name="Zhenqi Yang" userId="f6871e969a043391" providerId="LiveId" clId="{388DEC17-A882-55C3-A2F9-E33370200D2C}" dt="2026-08-06T19:26:14.979" v="3099" actId="1076"/>
          <ac:spMkLst>
            <pc:docMk/>
            <pc:sldMk cId="532476498" sldId="313"/>
            <ac:spMk id="21" creationId="{38E78B4E-CEFD-0C5C-7A53-5BF384FD0D39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23" creationId="{AB083644-BF77-96B1-0FA0-C4C2F4D44E12}"/>
          </ac:spMkLst>
        </pc:spChg>
        <pc:spChg chg="add mod">
          <ac:chgData name="Zhenqi Yang" userId="f6871e969a043391" providerId="LiveId" clId="{388DEC17-A882-55C3-A2F9-E33370200D2C}" dt="2026-08-06T19:26:14.979" v="3099" actId="1076"/>
          <ac:spMkLst>
            <pc:docMk/>
            <pc:sldMk cId="532476498" sldId="313"/>
            <ac:spMk id="24" creationId="{9DD76665-099A-3596-D231-44C9E06E251D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26" creationId="{3360AC26-8BAB-92BD-6114-B2099119306D}"/>
          </ac:spMkLst>
        </pc:spChg>
        <pc:spChg chg="mod">
          <ac:chgData name="Zhenqi Yang" userId="f6871e969a043391" providerId="LiveId" clId="{388DEC17-A882-55C3-A2F9-E33370200D2C}" dt="2026-08-06T19:27:26.244" v="3108" actId="1076"/>
          <ac:spMkLst>
            <pc:docMk/>
            <pc:sldMk cId="532476498" sldId="313"/>
            <ac:spMk id="27" creationId="{BA005C9A-5BE6-8FAC-F04B-C782BBE8BD01}"/>
          </ac:spMkLst>
        </pc:spChg>
        <pc:spChg chg="mod">
          <ac:chgData name="Zhenqi Yang" userId="f6871e969a043391" providerId="LiveId" clId="{388DEC17-A882-55C3-A2F9-E33370200D2C}" dt="2026-08-06T19:27:26.244" v="3108" actId="1076"/>
          <ac:spMkLst>
            <pc:docMk/>
            <pc:sldMk cId="532476498" sldId="313"/>
            <ac:spMk id="28" creationId="{78285688-87E6-8773-8AE7-77C5458CC215}"/>
          </ac:spMkLst>
        </pc:spChg>
        <pc:spChg chg="mod">
          <ac:chgData name="Zhenqi Yang" userId="f6871e969a043391" providerId="LiveId" clId="{388DEC17-A882-55C3-A2F9-E33370200D2C}" dt="2026-08-06T19:27:26.244" v="3108" actId="1076"/>
          <ac:spMkLst>
            <pc:docMk/>
            <pc:sldMk cId="532476498" sldId="313"/>
            <ac:spMk id="29" creationId="{70408563-576C-921A-7B8B-6832B51298AC}"/>
          </ac:spMkLst>
        </pc:spChg>
        <pc:spChg chg="mod">
          <ac:chgData name="Zhenqi Yang" userId="f6871e969a043391" providerId="LiveId" clId="{388DEC17-A882-55C3-A2F9-E33370200D2C}" dt="2026-08-06T19:27:26.244" v="3108" actId="1076"/>
          <ac:spMkLst>
            <pc:docMk/>
            <pc:sldMk cId="532476498" sldId="313"/>
            <ac:spMk id="30" creationId="{403C1D5F-96EF-8143-B9DB-CAFE7C1676D2}"/>
          </ac:spMkLst>
        </pc:spChg>
        <pc:spChg chg="add mod">
          <ac:chgData name="Zhenqi Yang" userId="f6871e969a043391" providerId="LiveId" clId="{388DEC17-A882-55C3-A2F9-E33370200D2C}" dt="2026-08-06T19:26:14.979" v="3099" actId="1076"/>
          <ac:spMkLst>
            <pc:docMk/>
            <pc:sldMk cId="532476498" sldId="313"/>
            <ac:spMk id="31" creationId="{6816DA6D-8368-30A0-E06C-95CFC8C8C61A}"/>
          </ac:spMkLst>
        </pc:spChg>
        <pc:spChg chg="mod">
          <ac:chgData name="Zhenqi Yang" userId="f6871e969a043391" providerId="LiveId" clId="{388DEC17-A882-55C3-A2F9-E33370200D2C}" dt="2026-08-06T19:26:45.341" v="3104" actId="14100"/>
          <ac:spMkLst>
            <pc:docMk/>
            <pc:sldMk cId="532476498" sldId="313"/>
            <ac:spMk id="32" creationId="{ED5122A4-0133-B854-7851-132113DBBD46}"/>
          </ac:spMkLst>
        </pc:spChg>
        <pc:spChg chg="mod">
          <ac:chgData name="Zhenqi Yang" userId="f6871e969a043391" providerId="LiveId" clId="{388DEC17-A882-55C3-A2F9-E33370200D2C}" dt="2026-08-06T19:26:50.475" v="3105" actId="1076"/>
          <ac:spMkLst>
            <pc:docMk/>
            <pc:sldMk cId="532476498" sldId="313"/>
            <ac:spMk id="33" creationId="{D1D77C19-CA00-CCF4-DDB3-F240BB0615D5}"/>
          </ac:spMkLst>
        </pc:spChg>
        <pc:spChg chg="mod">
          <ac:chgData name="Zhenqi Yang" userId="f6871e969a043391" providerId="LiveId" clId="{388DEC17-A882-55C3-A2F9-E33370200D2C}" dt="2026-08-06T19:26:55.925" v="3106" actId="1076"/>
          <ac:spMkLst>
            <pc:docMk/>
            <pc:sldMk cId="532476498" sldId="313"/>
            <ac:spMk id="34" creationId="{F9A03D83-6F9F-2B53-4591-4D0BC863F6E5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36" creationId="{138C6321-8B14-148E-A26B-FE775B1FFBC6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38" creationId="{9B821EDF-1CC9-DC73-2FA2-FAD53831D755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39" creationId="{5B5F674C-0B8A-503C-F237-E4C0F709EAA8}"/>
          </ac:spMkLst>
        </pc:spChg>
        <pc:spChg chg="add 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40" creationId="{E50F437C-985F-FBBA-4141-BBE0BA8363D5}"/>
          </ac:spMkLst>
        </pc:spChg>
        <pc:spChg chg="add 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43" creationId="{FD10F95E-3310-50BE-EC71-2FC2C0FC8C67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44" creationId="{F79D8EC0-C465-3F59-CD60-B5DC49274C98}"/>
          </ac:spMkLst>
        </pc:spChg>
        <pc:spChg chg="add mod">
          <ac:chgData name="Zhenqi Yang" userId="f6871e969a043391" providerId="LiveId" clId="{388DEC17-A882-55C3-A2F9-E33370200D2C}" dt="2026-08-06T19:26:14.979" v="3099" actId="1076"/>
          <ac:spMkLst>
            <pc:docMk/>
            <pc:sldMk cId="532476498" sldId="313"/>
            <ac:spMk id="45" creationId="{943A9DC9-6931-49B8-177E-C242BA7624D4}"/>
          </ac:spMkLst>
        </pc:spChg>
        <pc:spChg chg="mod">
          <ac:chgData name="Zhenqi Yang" userId="f6871e969a043391" providerId="LiveId" clId="{388DEC17-A882-55C3-A2F9-E33370200D2C}" dt="2026-08-06T19:27:33.096" v="3109" actId="1076"/>
          <ac:spMkLst>
            <pc:docMk/>
            <pc:sldMk cId="532476498" sldId="313"/>
            <ac:spMk id="48" creationId="{703B73DA-8E67-562C-2904-5081F737CC4D}"/>
          </ac:spMkLst>
        </pc:spChg>
        <pc:spChg chg="mod">
          <ac:chgData name="Zhenqi Yang" userId="f6871e969a043391" providerId="LiveId" clId="{388DEC17-A882-55C3-A2F9-E33370200D2C}" dt="2026-08-06T19:27:33.096" v="3109" actId="1076"/>
          <ac:spMkLst>
            <pc:docMk/>
            <pc:sldMk cId="532476498" sldId="313"/>
            <ac:spMk id="49" creationId="{5B7ABCC0-B654-0A6F-C9A0-983466134E2C}"/>
          </ac:spMkLst>
        </pc:spChg>
        <pc:spChg chg="mod">
          <ac:chgData name="Zhenqi Yang" userId="f6871e969a043391" providerId="LiveId" clId="{388DEC17-A882-55C3-A2F9-E33370200D2C}" dt="2026-08-06T19:29:01.561" v="3127" actId="2711"/>
          <ac:spMkLst>
            <pc:docMk/>
            <pc:sldMk cId="532476498" sldId="313"/>
            <ac:spMk id="50" creationId="{17F9E290-51CD-0E92-3466-0EDF90F55BC4}"/>
          </ac:spMkLst>
        </pc:spChg>
        <pc:spChg chg="mod">
          <ac:chgData name="Zhenqi Yang" userId="f6871e969a043391" providerId="LiveId" clId="{388DEC17-A882-55C3-A2F9-E33370200D2C}" dt="2026-08-06T19:27:33.096" v="3109" actId="1076"/>
          <ac:spMkLst>
            <pc:docMk/>
            <pc:sldMk cId="532476498" sldId="313"/>
            <ac:spMk id="51" creationId="{16F49C25-E6D3-93A0-E96F-8CECE47CC2E3}"/>
          </ac:spMkLst>
        </pc:spChg>
        <pc:spChg chg="add del mod">
          <ac:chgData name="Zhenqi Yang" userId="f6871e969a043391" providerId="LiveId" clId="{388DEC17-A882-55C3-A2F9-E33370200D2C}" dt="2026-08-06T20:40:40.335" v="3333" actId="478"/>
          <ac:spMkLst>
            <pc:docMk/>
            <pc:sldMk cId="532476498" sldId="313"/>
            <ac:spMk id="52" creationId="{7A800BB2-4726-99F3-416D-2C2D2289AAC9}"/>
          </ac:spMkLst>
        </pc:spChg>
        <pc:spChg chg="mod">
          <ac:chgData name="Zhenqi Yang" userId="f6871e969a043391" providerId="LiveId" clId="{388DEC17-A882-55C3-A2F9-E33370200D2C}" dt="2026-08-06T19:27:47.861" v="3112" actId="1076"/>
          <ac:spMkLst>
            <pc:docMk/>
            <pc:sldMk cId="532476498" sldId="313"/>
            <ac:spMk id="53" creationId="{98E4C84A-A9C2-2B65-086D-8658071B7155}"/>
          </ac:spMkLst>
        </pc:spChg>
        <pc:spChg chg="mod">
          <ac:chgData name="Zhenqi Yang" userId="f6871e969a043391" providerId="LiveId" clId="{388DEC17-A882-55C3-A2F9-E33370200D2C}" dt="2026-08-06T20:40:45.227" v="3334" actId="12"/>
          <ac:spMkLst>
            <pc:docMk/>
            <pc:sldMk cId="532476498" sldId="313"/>
            <ac:spMk id="54" creationId="{259478DA-7218-ED43-E0E9-EC2AA87C76F0}"/>
          </ac:spMkLst>
        </pc:spChg>
        <pc:spChg chg="add del mod">
          <ac:chgData name="Zhenqi Yang" userId="f6871e969a043391" providerId="LiveId" clId="{388DEC17-A882-55C3-A2F9-E33370200D2C}" dt="2026-08-06T19:28:07.578" v="3117"/>
          <ac:spMkLst>
            <pc:docMk/>
            <pc:sldMk cId="532476498" sldId="313"/>
            <ac:spMk id="55" creationId="{1F9C1C85-F7BF-274A-F4BD-AB42176236E2}"/>
          </ac:spMkLst>
        </pc:spChg>
      </pc:sldChg>
      <pc:sldChg chg="addSp delSp modSp add mod">
        <pc:chgData name="Zhenqi Yang" userId="f6871e969a043391" providerId="LiveId" clId="{388DEC17-A882-55C3-A2F9-E33370200D2C}" dt="2026-08-06T20:40:22.361" v="3331" actId="1076"/>
        <pc:sldMkLst>
          <pc:docMk/>
          <pc:sldMk cId="3347107822" sldId="314"/>
        </pc:sldMkLst>
        <pc:spChg chg="mod">
          <ac:chgData name="Zhenqi Yang" userId="f6871e969a043391" providerId="LiveId" clId="{388DEC17-A882-55C3-A2F9-E33370200D2C}" dt="2026-08-06T15:00:25.865" v="2976" actId="20577"/>
          <ac:spMkLst>
            <pc:docMk/>
            <pc:sldMk cId="3347107822" sldId="314"/>
            <ac:spMk id="5" creationId="{E3B5AC18-2967-03C1-6EB7-28148285D289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7" creationId="{4C1BAFB5-3842-B0B8-142A-9C11096C68DD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8" creationId="{988214B5-2223-B8D8-032A-7197D04C5FFC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10" creationId="{426FC44E-8DA9-7B9B-4A1A-F2FBBE4DC0CD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11" creationId="{50A757FD-EDAC-00EA-5950-A062F9E3DC0B}"/>
          </ac:spMkLst>
        </pc:spChg>
        <pc:spChg chg="mod">
          <ac:chgData name="Zhenqi Yang" userId="f6871e969a043391" providerId="LiveId" clId="{388DEC17-A882-55C3-A2F9-E33370200D2C}" dt="2026-08-06T20:35:47.694" v="3139" actId="208"/>
          <ac:spMkLst>
            <pc:docMk/>
            <pc:sldMk cId="3347107822" sldId="314"/>
            <ac:spMk id="12" creationId="{8DC9042E-2F98-645A-2DBC-733D01E313A0}"/>
          </ac:spMkLst>
        </pc:spChg>
        <pc:spChg chg="mod">
          <ac:chgData name="Zhenqi Yang" userId="f6871e969a043391" providerId="LiveId" clId="{388DEC17-A882-55C3-A2F9-E33370200D2C}" dt="2026-08-06T20:35:52.496" v="3140" actId="207"/>
          <ac:spMkLst>
            <pc:docMk/>
            <pc:sldMk cId="3347107822" sldId="314"/>
            <ac:spMk id="13" creationId="{EE02B63C-465A-10C0-343D-5C16B9AD57FE}"/>
          </ac:spMkLst>
        </pc:spChg>
        <pc:spChg chg="mod">
          <ac:chgData name="Zhenqi Yang" userId="f6871e969a043391" providerId="LiveId" clId="{388DEC17-A882-55C3-A2F9-E33370200D2C}" dt="2026-08-06T20:35:57.281" v="3141" actId="207"/>
          <ac:spMkLst>
            <pc:docMk/>
            <pc:sldMk cId="3347107822" sldId="314"/>
            <ac:spMk id="14" creationId="{A30E5C5F-3074-32CF-D9AE-EAA14D78440D}"/>
          </ac:spMkLst>
        </pc:spChg>
        <pc:spChg chg="mod">
          <ac:chgData name="Zhenqi Yang" userId="f6871e969a043391" providerId="LiveId" clId="{388DEC17-A882-55C3-A2F9-E33370200D2C}" dt="2026-08-06T20:35:13.345" v="3134" actId="208"/>
          <ac:spMkLst>
            <pc:docMk/>
            <pc:sldMk cId="3347107822" sldId="314"/>
            <ac:spMk id="15" creationId="{90C62A01-DAFA-A44C-9DBA-4232231ADBF7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16" creationId="{1EBEA599-7720-3A53-8F4B-DB1BA26D45B7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17" creationId="{B21C74A2-525D-D56F-470B-35908604D467}"/>
          </ac:spMkLst>
        </pc:spChg>
        <pc:spChg chg="mod">
          <ac:chgData name="Zhenqi Yang" userId="f6871e969a043391" providerId="LiveId" clId="{388DEC17-A882-55C3-A2F9-E33370200D2C}" dt="2026-08-06T20:35:13.345" v="3134" actId="208"/>
          <ac:spMkLst>
            <pc:docMk/>
            <pc:sldMk cId="3347107822" sldId="314"/>
            <ac:spMk id="18" creationId="{3CB9A267-4251-63EF-69D9-863D0F2A0E6A}"/>
          </ac:spMkLst>
        </pc:spChg>
        <pc:spChg chg="mod">
          <ac:chgData name="Zhenqi Yang" userId="f6871e969a043391" providerId="LiveId" clId="{388DEC17-A882-55C3-A2F9-E33370200D2C}" dt="2026-08-06T20:35:24.960" v="3135" actId="2085"/>
          <ac:spMkLst>
            <pc:docMk/>
            <pc:sldMk cId="3347107822" sldId="314"/>
            <ac:spMk id="19" creationId="{AEA279F9-577A-7C42-472E-B3C00628D798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20" creationId="{A631BEC8-46A2-AEA3-8A56-13463CEFA454}"/>
          </ac:spMkLst>
        </pc:spChg>
        <pc:spChg chg="mod">
          <ac:chgData name="Zhenqi Yang" userId="f6871e969a043391" providerId="LiveId" clId="{388DEC17-A882-55C3-A2F9-E33370200D2C}" dt="2026-08-06T20:35:13.345" v="3134" actId="208"/>
          <ac:spMkLst>
            <pc:docMk/>
            <pc:sldMk cId="3347107822" sldId="314"/>
            <ac:spMk id="21" creationId="{9963259D-4EC5-A56E-B1FA-52846A157281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24" creationId="{1EE87291-844C-7A60-3911-619D028BD82E}"/>
          </ac:spMkLst>
        </pc:spChg>
        <pc:spChg chg="mod">
          <ac:chgData name="Zhenqi Yang" userId="f6871e969a043391" providerId="LiveId" clId="{388DEC17-A882-55C3-A2F9-E33370200D2C}" dt="2026-08-06T20:36:47.519" v="3191" actId="113"/>
          <ac:spMkLst>
            <pc:docMk/>
            <pc:sldMk cId="3347107822" sldId="314"/>
            <ac:spMk id="26" creationId="{D534E0A7-EB1A-60E8-B88A-464EB18BB875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27" creationId="{B55624DF-D996-1B56-EF83-5947F90C7C6E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29" creationId="{96036499-39A8-5FA6-A072-ABA026706123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35" creationId="{F0B55A9A-48C5-397A-352C-6BA76884C8A8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41" creationId="{231828F5-1642-4C05-2607-F853A1D4305C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50" creationId="{FC4C8CCB-7A14-4018-77B3-D47850850E03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52" creationId="{574D8AAA-A8FE-C8C4-E0F8-2D53236EBC1E}"/>
          </ac:spMkLst>
        </pc:spChg>
        <pc:spChg chg="add mod">
          <ac:chgData name="Zhenqi Yang" userId="f6871e969a043391" providerId="LiveId" clId="{388DEC17-A882-55C3-A2F9-E33370200D2C}" dt="2026-08-06T20:40:22.361" v="3331" actId="1076"/>
          <ac:spMkLst>
            <pc:docMk/>
            <pc:sldMk cId="3347107822" sldId="314"/>
            <ac:spMk id="60" creationId="{3301A613-15B9-D67C-60EE-46DFFD4746F5}"/>
          </ac:spMkLst>
        </pc:spChg>
        <pc:spChg chg="del">
          <ac:chgData name="Zhenqi Yang" userId="f6871e969a043391" providerId="LiveId" clId="{388DEC17-A882-55C3-A2F9-E33370200D2C}" dt="2026-08-06T20:38:33.229" v="3297" actId="478"/>
          <ac:spMkLst>
            <pc:docMk/>
            <pc:sldMk cId="3347107822" sldId="314"/>
            <ac:spMk id="63" creationId="{0C6D7EC5-78AB-631D-0E07-347040EEA7F5}"/>
          </ac:spMkLst>
        </pc:spChg>
        <pc:spChg chg="del">
          <ac:chgData name="Zhenqi Yang" userId="f6871e969a043391" providerId="LiveId" clId="{388DEC17-A882-55C3-A2F9-E33370200D2C}" dt="2026-08-06T20:38:42.940" v="3298" actId="478"/>
          <ac:spMkLst>
            <pc:docMk/>
            <pc:sldMk cId="3347107822" sldId="314"/>
            <ac:spMk id="64" creationId="{B2536899-9831-2D06-65D4-6045B1E2E8F2}"/>
          </ac:spMkLst>
        </pc:spChg>
        <pc:spChg chg="del">
          <ac:chgData name="Zhenqi Yang" userId="f6871e969a043391" providerId="LiveId" clId="{388DEC17-A882-55C3-A2F9-E33370200D2C}" dt="2026-08-06T20:38:42.940" v="3298" actId="478"/>
          <ac:spMkLst>
            <pc:docMk/>
            <pc:sldMk cId="3347107822" sldId="314"/>
            <ac:spMk id="65" creationId="{6FB9199B-6D40-A8FE-C294-A6F74786C9C9}"/>
          </ac:spMkLst>
        </pc:spChg>
        <pc:spChg chg="add mod">
          <ac:chgData name="Zhenqi Yang" userId="f6871e969a043391" providerId="LiveId" clId="{388DEC17-A882-55C3-A2F9-E33370200D2C}" dt="2026-08-06T20:40:13.887" v="3330" actId="12"/>
          <ac:spMkLst>
            <pc:docMk/>
            <pc:sldMk cId="3347107822" sldId="314"/>
            <ac:spMk id="66" creationId="{F7ABB78C-04AE-3376-4B67-C95D8B1E3051}"/>
          </ac:spMkLst>
        </pc:spChg>
      </pc:sldChg>
      <pc:sldChg chg="addSp delSp modSp add mod">
        <pc:chgData name="Zhenqi Yang" userId="f6871e969a043391" providerId="LiveId" clId="{388DEC17-A882-55C3-A2F9-E33370200D2C}" dt="2026-08-07T00:27:12.700" v="4546" actId="1035"/>
        <pc:sldMkLst>
          <pc:docMk/>
          <pc:sldMk cId="2877605441" sldId="315"/>
        </pc:sldMkLst>
        <pc:spChg chg="add del mod">
          <ac:chgData name="Zhenqi Yang" userId="f6871e969a043391" providerId="LiveId" clId="{388DEC17-A882-55C3-A2F9-E33370200D2C}" dt="2026-08-06T21:32:59.947" v="3420" actId="478"/>
          <ac:spMkLst>
            <pc:docMk/>
            <pc:sldMk cId="2877605441" sldId="315"/>
            <ac:spMk id="4" creationId="{4FF24056-5DFA-8105-D2C2-5B6A8BC98FA9}"/>
          </ac:spMkLst>
        </pc:spChg>
        <pc:spChg chg="mod">
          <ac:chgData name="Zhenqi Yang" userId="f6871e969a043391" providerId="LiveId" clId="{388DEC17-A882-55C3-A2F9-E33370200D2C}" dt="2026-08-06T15:00:48.931" v="3006" actId="20577"/>
          <ac:spMkLst>
            <pc:docMk/>
            <pc:sldMk cId="2877605441" sldId="315"/>
            <ac:spMk id="5" creationId="{361C1994-CC03-2827-09BA-2EFB1AC4BE7A}"/>
          </ac:spMkLst>
        </pc:spChg>
        <pc:spChg chg="add del">
          <ac:chgData name="Zhenqi Yang" userId="f6871e969a043391" providerId="LiveId" clId="{388DEC17-A882-55C3-A2F9-E33370200D2C}" dt="2026-08-06T21:32:51.890" v="3417" actId="478"/>
          <ac:spMkLst>
            <pc:docMk/>
            <pc:sldMk cId="2877605441" sldId="315"/>
            <ac:spMk id="6" creationId="{3AF8B37F-43D6-D3BB-4686-3C9BE82D38E3}"/>
          </ac:spMkLst>
        </pc:spChg>
        <pc:spChg chg="add del mod">
          <ac:chgData name="Zhenqi Yang" userId="f6871e969a043391" providerId="LiveId" clId="{388DEC17-A882-55C3-A2F9-E33370200D2C}" dt="2026-08-06T21:33:02.311" v="3421" actId="478"/>
          <ac:spMkLst>
            <pc:docMk/>
            <pc:sldMk cId="2877605441" sldId="315"/>
            <ac:spMk id="7" creationId="{A82697A2-7C30-BD6C-0108-A5F6EBCF08A1}"/>
          </ac:spMkLst>
        </pc:spChg>
        <pc:spChg chg="add del">
          <ac:chgData name="Zhenqi Yang" userId="f6871e969a043391" providerId="LiveId" clId="{388DEC17-A882-55C3-A2F9-E33370200D2C}" dt="2026-08-06T21:32:57.953" v="3418" actId="478"/>
          <ac:spMkLst>
            <pc:docMk/>
            <pc:sldMk cId="2877605441" sldId="315"/>
            <ac:spMk id="8" creationId="{9A3DDBAE-7881-D1F6-D43D-EEE02344ACFC}"/>
          </ac:spMkLst>
        </pc:spChg>
        <pc:spChg chg="add del">
          <ac:chgData name="Zhenqi Yang" userId="f6871e969a043391" providerId="LiveId" clId="{388DEC17-A882-55C3-A2F9-E33370200D2C}" dt="2026-08-06T21:32:57.953" v="3418" actId="478"/>
          <ac:spMkLst>
            <pc:docMk/>
            <pc:sldMk cId="2877605441" sldId="315"/>
            <ac:spMk id="9" creationId="{38B6FDFC-5D26-718A-0C6D-445889AA6A43}"/>
          </ac:spMkLst>
        </pc:spChg>
        <pc:spChg chg="del">
          <ac:chgData name="Zhenqi Yang" userId="f6871e969a043391" providerId="LiveId" clId="{388DEC17-A882-55C3-A2F9-E33370200D2C}" dt="2026-08-06T21:32:46.481" v="3415" actId="478"/>
          <ac:spMkLst>
            <pc:docMk/>
            <pc:sldMk cId="2877605441" sldId="315"/>
            <ac:spMk id="10" creationId="{684EFFE1-5616-4A18-152B-963FDD162CBC}"/>
          </ac:spMkLst>
        </pc:spChg>
        <pc:spChg chg="add del">
          <ac:chgData name="Zhenqi Yang" userId="f6871e969a043391" providerId="LiveId" clId="{388DEC17-A882-55C3-A2F9-E33370200D2C}" dt="2026-08-06T21:32:58.972" v="3419" actId="478"/>
          <ac:spMkLst>
            <pc:docMk/>
            <pc:sldMk cId="2877605441" sldId="315"/>
            <ac:spMk id="11" creationId="{AC1A3D0F-CB9C-0221-1C1E-324B3D71CE36}"/>
          </ac:spMkLst>
        </pc:spChg>
        <pc:spChg chg="add del">
          <ac:chgData name="Zhenqi Yang" userId="f6871e969a043391" providerId="LiveId" clId="{388DEC17-A882-55C3-A2F9-E33370200D2C}" dt="2026-08-06T21:32:57.953" v="3418" actId="478"/>
          <ac:spMkLst>
            <pc:docMk/>
            <pc:sldMk cId="2877605441" sldId="315"/>
            <ac:spMk id="12" creationId="{82DCD417-81E2-F2C8-AD5A-E5ADED4091E1}"/>
          </ac:spMkLst>
        </pc:spChg>
        <pc:spChg chg="add del">
          <ac:chgData name="Zhenqi Yang" userId="f6871e969a043391" providerId="LiveId" clId="{388DEC17-A882-55C3-A2F9-E33370200D2C}" dt="2026-08-06T21:32:57.953" v="3418" actId="478"/>
          <ac:spMkLst>
            <pc:docMk/>
            <pc:sldMk cId="2877605441" sldId="315"/>
            <ac:spMk id="13" creationId="{20DD9174-96F1-0DF9-8B75-78AF4BE1A59E}"/>
          </ac:spMkLst>
        </pc:spChg>
        <pc:spChg chg="add del">
          <ac:chgData name="Zhenqi Yang" userId="f6871e969a043391" providerId="LiveId" clId="{388DEC17-A882-55C3-A2F9-E33370200D2C}" dt="2026-08-06T21:32:57.953" v="3418" actId="478"/>
          <ac:spMkLst>
            <pc:docMk/>
            <pc:sldMk cId="2877605441" sldId="315"/>
            <ac:spMk id="14" creationId="{BD249E56-4BD4-E387-AF46-18C420F60819}"/>
          </ac:spMkLst>
        </pc:spChg>
        <pc:spChg chg="mod">
          <ac:chgData name="Zhenqi Yang" userId="f6871e969a043391" providerId="LiveId" clId="{388DEC17-A882-55C3-A2F9-E33370200D2C}" dt="2026-08-06T21:37:22.719" v="3489" actId="1035"/>
          <ac:spMkLst>
            <pc:docMk/>
            <pc:sldMk cId="2877605441" sldId="315"/>
            <ac:spMk id="15" creationId="{DEFCFB1F-2D38-420F-0A0B-11A4B59982C4}"/>
          </ac:spMkLst>
        </pc:spChg>
        <pc:spChg chg="add mod">
          <ac:chgData name="Zhenqi Yang" userId="f6871e969a043391" providerId="LiveId" clId="{388DEC17-A882-55C3-A2F9-E33370200D2C}" dt="2026-08-06T22:01:04.466" v="4002" actId="108"/>
          <ac:spMkLst>
            <pc:docMk/>
            <pc:sldMk cId="2877605441" sldId="315"/>
            <ac:spMk id="16" creationId="{6FF14559-1739-31AE-5269-463263EDDB88}"/>
          </ac:spMkLst>
        </pc:spChg>
        <pc:spChg chg="mod">
          <ac:chgData name="Zhenqi Yang" userId="f6871e969a043391" providerId="LiveId" clId="{388DEC17-A882-55C3-A2F9-E33370200D2C}" dt="2026-08-06T21:56:55.460" v="3944" actId="13926"/>
          <ac:spMkLst>
            <pc:docMk/>
            <pc:sldMk cId="2877605441" sldId="315"/>
            <ac:spMk id="18" creationId="{C82878B4-39ED-F5E8-6CA9-8B8F2EBF9AAD}"/>
          </ac:spMkLst>
        </pc:spChg>
        <pc:spChg chg="mod">
          <ac:chgData name="Zhenqi Yang" userId="f6871e969a043391" providerId="LiveId" clId="{388DEC17-A882-55C3-A2F9-E33370200D2C}" dt="2026-08-07T00:26:48.396" v="4535" actId="2711"/>
          <ac:spMkLst>
            <pc:docMk/>
            <pc:sldMk cId="2877605441" sldId="315"/>
            <ac:spMk id="26" creationId="{D3F2F345-F0E5-3F56-59D1-9D8AC0DA3D06}"/>
          </ac:spMkLst>
        </pc:spChg>
        <pc:spChg chg="mod">
          <ac:chgData name="Zhenqi Yang" userId="f6871e969a043391" providerId="LiveId" clId="{388DEC17-A882-55C3-A2F9-E33370200D2C}" dt="2026-08-07T00:26:57.504" v="4536" actId="2711"/>
          <ac:spMkLst>
            <pc:docMk/>
            <pc:sldMk cId="2877605441" sldId="315"/>
            <ac:spMk id="30" creationId="{7929D4A1-1CFE-F462-1178-C6E9688A9F4A}"/>
          </ac:spMkLst>
        </pc:spChg>
        <pc:spChg chg="mod">
          <ac:chgData name="Zhenqi Yang" userId="f6871e969a043391" providerId="LiveId" clId="{388DEC17-A882-55C3-A2F9-E33370200D2C}" dt="2026-08-06T21:40:06.689" v="3518" actId="208"/>
          <ac:spMkLst>
            <pc:docMk/>
            <pc:sldMk cId="2877605441" sldId="315"/>
            <ac:spMk id="36" creationId="{AEFDD861-EB72-B6CB-A134-A2900DE7B478}"/>
          </ac:spMkLst>
        </pc:spChg>
        <pc:spChg chg="mod">
          <ac:chgData name="Zhenqi Yang" userId="f6871e969a043391" providerId="LiveId" clId="{388DEC17-A882-55C3-A2F9-E33370200D2C}" dt="2026-08-06T21:33:40.447" v="3474" actId="404"/>
          <ac:spMkLst>
            <pc:docMk/>
            <pc:sldMk cId="2877605441" sldId="315"/>
            <ac:spMk id="38" creationId="{30719628-3E16-460A-AA76-0AFE6DC20CE6}"/>
          </ac:spMkLst>
        </pc:spChg>
        <pc:spChg chg="mod">
          <ac:chgData name="Zhenqi Yang" userId="f6871e969a043391" providerId="LiveId" clId="{388DEC17-A882-55C3-A2F9-E33370200D2C}" dt="2026-08-06T21:33:47.349" v="3476" actId="14100"/>
          <ac:spMkLst>
            <pc:docMk/>
            <pc:sldMk cId="2877605441" sldId="315"/>
            <ac:spMk id="39" creationId="{0A3B7B3B-C83D-80BE-1994-A75BF2FDD8C7}"/>
          </ac:spMkLst>
        </pc:spChg>
        <pc:spChg chg="mod">
          <ac:chgData name="Zhenqi Yang" userId="f6871e969a043391" providerId="LiveId" clId="{388DEC17-A882-55C3-A2F9-E33370200D2C}" dt="2026-08-06T21:33:54.466" v="3478" actId="14100"/>
          <ac:spMkLst>
            <pc:docMk/>
            <pc:sldMk cId="2877605441" sldId="315"/>
            <ac:spMk id="40" creationId="{CDFEB67E-0EB6-1D8F-8392-112991C87019}"/>
          </ac:spMkLst>
        </pc:spChg>
        <pc:spChg chg="mod">
          <ac:chgData name="Zhenqi Yang" userId="f6871e969a043391" providerId="LiveId" clId="{388DEC17-A882-55C3-A2F9-E33370200D2C}" dt="2026-08-06T21:52:21.083" v="3794" actId="14100"/>
          <ac:spMkLst>
            <pc:docMk/>
            <pc:sldMk cId="2877605441" sldId="315"/>
            <ac:spMk id="41" creationId="{F0557741-C104-6544-ADD5-6B0115684611}"/>
          </ac:spMkLst>
        </pc:spChg>
        <pc:spChg chg="mod">
          <ac:chgData name="Zhenqi Yang" userId="f6871e969a043391" providerId="LiveId" clId="{388DEC17-A882-55C3-A2F9-E33370200D2C}" dt="2026-08-06T21:56:26.947" v="3934" actId="14100"/>
          <ac:spMkLst>
            <pc:docMk/>
            <pc:sldMk cId="2877605441" sldId="315"/>
            <ac:spMk id="45" creationId="{1F0642D2-C448-DA3B-5D47-52186680746A}"/>
          </ac:spMkLst>
        </pc:spChg>
        <pc:spChg chg="add mod">
          <ac:chgData name="Zhenqi Yang" userId="f6871e969a043391" providerId="LiveId" clId="{388DEC17-A882-55C3-A2F9-E33370200D2C}" dt="2026-08-06T21:55:04.274" v="3890" actId="1038"/>
          <ac:spMkLst>
            <pc:docMk/>
            <pc:sldMk cId="2877605441" sldId="315"/>
            <ac:spMk id="46" creationId="{D58C76AE-20CF-BDBD-5B23-3DACFD090B2B}"/>
          </ac:spMkLst>
        </pc:spChg>
        <pc:spChg chg="add mod">
          <ac:chgData name="Zhenqi Yang" userId="f6871e969a043391" providerId="LiveId" clId="{388DEC17-A882-55C3-A2F9-E33370200D2C}" dt="2026-08-06T21:52:59.451" v="3803" actId="1076"/>
          <ac:spMkLst>
            <pc:docMk/>
            <pc:sldMk cId="2877605441" sldId="315"/>
            <ac:spMk id="47" creationId="{05D96FBC-0929-E4FC-3448-86C0F6BA2444}"/>
          </ac:spMkLst>
        </pc:spChg>
        <pc:spChg chg="del">
          <ac:chgData name="Zhenqi Yang" userId="f6871e969a043391" providerId="LiveId" clId="{388DEC17-A882-55C3-A2F9-E33370200D2C}" dt="2026-08-06T21:44:03.970" v="3597" actId="478"/>
          <ac:spMkLst>
            <pc:docMk/>
            <pc:sldMk cId="2877605441" sldId="315"/>
            <ac:spMk id="48" creationId="{A37F0C32-7E8D-0802-671B-E9F56BB028DB}"/>
          </ac:spMkLst>
        </pc:spChg>
        <pc:spChg chg="mod">
          <ac:chgData name="Zhenqi Yang" userId="f6871e969a043391" providerId="LiveId" clId="{388DEC17-A882-55C3-A2F9-E33370200D2C}" dt="2026-08-06T22:00:37.383" v="4001" actId="255"/>
          <ac:spMkLst>
            <pc:docMk/>
            <pc:sldMk cId="2877605441" sldId="315"/>
            <ac:spMk id="51" creationId="{202D1A28-11E0-D36B-8AF5-B3D1ACFA9C2E}"/>
          </ac:spMkLst>
        </pc:spChg>
        <pc:spChg chg="add del mod">
          <ac:chgData name="Zhenqi Yang" userId="f6871e969a043391" providerId="LiveId" clId="{388DEC17-A882-55C3-A2F9-E33370200D2C}" dt="2026-08-06T21:57:36.995" v="3959" actId="478"/>
          <ac:spMkLst>
            <pc:docMk/>
            <pc:sldMk cId="2877605441" sldId="315"/>
            <ac:spMk id="52" creationId="{82DB0672-54F6-0998-A204-D7C36502CF83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53" creationId="{1A4DFD08-E632-A7FF-0B08-5D34A00675E9}"/>
          </ac:spMkLst>
        </pc:spChg>
        <pc:spChg chg="mod">
          <ac:chgData name="Zhenqi Yang" userId="f6871e969a043391" providerId="LiveId" clId="{388DEC17-A882-55C3-A2F9-E33370200D2C}" dt="2026-08-06T21:37:38.621" v="3497" actId="1038"/>
          <ac:spMkLst>
            <pc:docMk/>
            <pc:sldMk cId="2877605441" sldId="315"/>
            <ac:spMk id="55" creationId="{5E246EEF-B17D-4574-6167-08523038482C}"/>
          </ac:spMkLst>
        </pc:spChg>
        <pc:spChg chg="add mod">
          <ac:chgData name="Zhenqi Yang" userId="f6871e969a043391" providerId="LiveId" clId="{388DEC17-A882-55C3-A2F9-E33370200D2C}" dt="2026-08-06T21:37:22.719" v="3489" actId="1035"/>
          <ac:spMkLst>
            <pc:docMk/>
            <pc:sldMk cId="2877605441" sldId="315"/>
            <ac:spMk id="56" creationId="{9E27E418-6B3D-8733-CD2A-6CDAD4EF3A04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59" creationId="{0E38B370-1504-A67A-902B-72B247B1F1AB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64" creationId="{11E32C09-C029-8A55-ABFA-5988B99B8B9D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65" creationId="{5BC64498-A889-C690-53DB-5A23AE279388}"/>
          </ac:spMkLst>
        </pc:spChg>
        <pc:spChg chg="add mod">
          <ac:chgData name="Zhenqi Yang" userId="f6871e969a043391" providerId="LiveId" clId="{388DEC17-A882-55C3-A2F9-E33370200D2C}" dt="2026-08-06T21:37:22.719" v="3489" actId="1035"/>
          <ac:spMkLst>
            <pc:docMk/>
            <pc:sldMk cId="2877605441" sldId="315"/>
            <ac:spMk id="67" creationId="{7EB527EB-E164-1D9C-BCD0-BDF9131B0CA7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68" creationId="{B9A9D505-9BDA-5241-4A74-D2A5847F3F64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72" creationId="{4C86CDD0-0D8C-2F95-222F-6B94B79C7B93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74" creationId="{73AA5228-669B-83C3-2E5A-549B214FC0C0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75" creationId="{6EE80B6E-E561-AC6C-BEAB-81F067CD8955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78" creationId="{9B877D8C-EF63-9F92-CA47-712C53A4CB79}"/>
          </ac:spMkLst>
        </pc:spChg>
        <pc:spChg chg="mod">
          <ac:chgData name="Zhenqi Yang" userId="f6871e969a043391" providerId="LiveId" clId="{388DEC17-A882-55C3-A2F9-E33370200D2C}" dt="2026-08-06T22:01:13.450" v="4003" actId="207"/>
          <ac:spMkLst>
            <pc:docMk/>
            <pc:sldMk cId="2877605441" sldId="315"/>
            <ac:spMk id="79" creationId="{2B9A49D3-1D6B-FD4B-7BBA-4B30AC0E4EC1}"/>
          </ac:spMkLst>
        </pc:spChg>
        <pc:spChg chg="mod">
          <ac:chgData name="Zhenqi Yang" userId="f6871e969a043391" providerId="LiveId" clId="{388DEC17-A882-55C3-A2F9-E33370200D2C}" dt="2026-08-06T21:39:21.143" v="3511" actId="207"/>
          <ac:spMkLst>
            <pc:docMk/>
            <pc:sldMk cId="2877605441" sldId="315"/>
            <ac:spMk id="80" creationId="{01B0986F-304A-7BA3-55DD-2FBD654850D1}"/>
          </ac:spMkLst>
        </pc:spChg>
        <pc:spChg chg="add mod">
          <ac:chgData name="Zhenqi Yang" userId="f6871e969a043391" providerId="LiveId" clId="{388DEC17-A882-55C3-A2F9-E33370200D2C}" dt="2026-08-06T21:37:22.719" v="3489" actId="1035"/>
          <ac:spMkLst>
            <pc:docMk/>
            <pc:sldMk cId="2877605441" sldId="315"/>
            <ac:spMk id="81" creationId="{16EB3FB1-4779-ECAB-CA21-BC5897B9CF6E}"/>
          </ac:spMkLst>
        </pc:spChg>
        <pc:spChg chg="mod">
          <ac:chgData name="Zhenqi Yang" userId="f6871e969a043391" providerId="LiveId" clId="{388DEC17-A882-55C3-A2F9-E33370200D2C}" dt="2026-08-06T21:38:53.841" v="3507" actId="403"/>
          <ac:spMkLst>
            <pc:docMk/>
            <pc:sldMk cId="2877605441" sldId="315"/>
            <ac:spMk id="82" creationId="{A0A7D074-BDA8-7828-E83D-8BD37D15DFDF}"/>
          </ac:spMkLst>
        </pc:spChg>
        <pc:spChg chg="mod">
          <ac:chgData name="Zhenqi Yang" userId="f6871e969a043391" providerId="LiveId" clId="{388DEC17-A882-55C3-A2F9-E33370200D2C}" dt="2026-08-06T21:39:01.692" v="3509" actId="14100"/>
          <ac:spMkLst>
            <pc:docMk/>
            <pc:sldMk cId="2877605441" sldId="315"/>
            <ac:spMk id="83" creationId="{C5663F64-8824-D7AD-E39E-2137A99CCAE3}"/>
          </ac:spMkLst>
        </pc:spChg>
        <pc:spChg chg="add mod">
          <ac:chgData name="Zhenqi Yang" userId="f6871e969a043391" providerId="LiveId" clId="{388DEC17-A882-55C3-A2F9-E33370200D2C}" dt="2026-08-06T21:39:09.775" v="3510" actId="1076"/>
          <ac:spMkLst>
            <pc:docMk/>
            <pc:sldMk cId="2877605441" sldId="315"/>
            <ac:spMk id="84" creationId="{06812AA5-0FA1-72A5-3434-CD63C5BAD1FB}"/>
          </ac:spMkLst>
        </pc:spChg>
        <pc:spChg chg="mod">
          <ac:chgData name="Zhenqi Yang" userId="f6871e969a043391" providerId="LiveId" clId="{388DEC17-A882-55C3-A2F9-E33370200D2C}" dt="2026-08-06T21:39:09.775" v="3510" actId="1076"/>
          <ac:spMkLst>
            <pc:docMk/>
            <pc:sldMk cId="2877605441" sldId="315"/>
            <ac:spMk id="85" creationId="{AE1B5D05-C1DB-51DB-8E8F-697AC4E60EA5}"/>
          </ac:spMkLst>
        </pc:spChg>
        <pc:spChg chg="add mod">
          <ac:chgData name="Zhenqi Yang" userId="f6871e969a043391" providerId="LiveId" clId="{388DEC17-A882-55C3-A2F9-E33370200D2C}" dt="2026-08-07T00:27:12.700" v="4546" actId="1035"/>
          <ac:spMkLst>
            <pc:docMk/>
            <pc:sldMk cId="2877605441" sldId="315"/>
            <ac:spMk id="86" creationId="{474F0019-BEC0-36C2-CB49-E2520302D15B}"/>
          </ac:spMkLst>
        </pc:spChg>
        <pc:spChg chg="add mod">
          <ac:chgData name="Zhenqi Yang" userId="f6871e969a043391" providerId="LiveId" clId="{388DEC17-A882-55C3-A2F9-E33370200D2C}" dt="2026-08-06T21:55:09.877" v="3892" actId="14100"/>
          <ac:spMkLst>
            <pc:docMk/>
            <pc:sldMk cId="2877605441" sldId="315"/>
            <ac:spMk id="87" creationId="{4471AD47-B6D6-BFA0-D96E-2644E3F04283}"/>
          </ac:spMkLst>
        </pc:spChg>
        <pc:spChg chg="add mod">
          <ac:chgData name="Zhenqi Yang" userId="f6871e969a043391" providerId="LiveId" clId="{388DEC17-A882-55C3-A2F9-E33370200D2C}" dt="2026-08-06T21:55:51.575" v="3918" actId="20577"/>
          <ac:spMkLst>
            <pc:docMk/>
            <pc:sldMk cId="2877605441" sldId="315"/>
            <ac:spMk id="88" creationId="{C4589665-D1E4-9D2B-8D07-44D96C62E02E}"/>
          </ac:spMkLst>
        </pc:spChg>
        <pc:spChg chg="add mod">
          <ac:chgData name="Zhenqi Yang" userId="f6871e969a043391" providerId="LiveId" clId="{388DEC17-A882-55C3-A2F9-E33370200D2C}" dt="2026-08-06T21:56:59.483" v="3945" actId="13926"/>
          <ac:spMkLst>
            <pc:docMk/>
            <pc:sldMk cId="2877605441" sldId="315"/>
            <ac:spMk id="89" creationId="{32FD3C7D-1F4B-E6EA-D67B-B9A26EE13261}"/>
          </ac:spMkLst>
        </pc:spChg>
        <pc:picChg chg="add mod">
          <ac:chgData name="Zhenqi Yang" userId="f6871e969a043391" providerId="LiveId" clId="{388DEC17-A882-55C3-A2F9-E33370200D2C}" dt="2026-08-06T21:31:06.182" v="3411"/>
          <ac:picMkLst>
            <pc:docMk/>
            <pc:sldMk cId="2877605441" sldId="315"/>
            <ac:picMk id="2" creationId="{B133BE54-6BBD-0BDF-2C7A-5277ABC0B68F}"/>
          </ac:picMkLst>
        </pc:picChg>
      </pc:sldChg>
      <pc:sldChg chg="addSp delSp modSp add mod">
        <pc:chgData name="Zhenqi Yang" userId="f6871e969a043391" providerId="LiveId" clId="{388DEC17-A882-55C3-A2F9-E33370200D2C}" dt="2026-08-07T00:26:24.041" v="4534" actId="1076"/>
        <pc:sldMkLst>
          <pc:docMk/>
          <pc:sldMk cId="2199886454" sldId="316"/>
        </pc:sldMkLst>
        <pc:spChg chg="del">
          <ac:chgData name="Zhenqi Yang" userId="f6871e969a043391" providerId="LiveId" clId="{388DEC17-A882-55C3-A2F9-E33370200D2C}" dt="2026-08-06T22:29:11.106" v="4007" actId="478"/>
          <ac:spMkLst>
            <pc:docMk/>
            <pc:sldMk cId="2199886454" sldId="316"/>
            <ac:spMk id="2" creationId="{AFBBE7E7-3390-9365-7046-61D2876B12A6}"/>
          </ac:spMkLst>
        </pc:spChg>
        <pc:spChg chg="del">
          <ac:chgData name="Zhenqi Yang" userId="f6871e969a043391" providerId="LiveId" clId="{388DEC17-A882-55C3-A2F9-E33370200D2C}" dt="2026-08-06T22:29:12.986" v="4008" actId="478"/>
          <ac:spMkLst>
            <pc:docMk/>
            <pc:sldMk cId="2199886454" sldId="316"/>
            <ac:spMk id="4" creationId="{7E94BB76-820A-090E-5FA6-08E23EE0E482}"/>
          </ac:spMkLst>
        </pc:spChg>
        <pc:spChg chg="mod">
          <ac:chgData name="Zhenqi Yang" userId="f6871e969a043391" providerId="LiveId" clId="{388DEC17-A882-55C3-A2F9-E33370200D2C}" dt="2026-08-06T15:01:17.797" v="3057" actId="20577"/>
          <ac:spMkLst>
            <pc:docMk/>
            <pc:sldMk cId="2199886454" sldId="316"/>
            <ac:spMk id="5" creationId="{D0CA9984-B18F-EE65-0C74-7475BB30C13C}"/>
          </ac:spMkLst>
        </pc:spChg>
        <pc:spChg chg="mod">
          <ac:chgData name="Zhenqi Yang" userId="f6871e969a043391" providerId="LiveId" clId="{388DEC17-A882-55C3-A2F9-E33370200D2C}" dt="2026-08-06T22:30:35.385" v="4026" actId="12"/>
          <ac:spMkLst>
            <pc:docMk/>
            <pc:sldMk cId="2199886454" sldId="316"/>
            <ac:spMk id="7" creationId="{75BEC748-B210-B15C-AEAA-9A7BF8B1DA45}"/>
          </ac:spMkLst>
        </pc:spChg>
        <pc:spChg chg="add del">
          <ac:chgData name="Zhenqi Yang" userId="f6871e969a043391" providerId="LiveId" clId="{388DEC17-A882-55C3-A2F9-E33370200D2C}" dt="2026-08-06T22:30:06.774" v="4017" actId="478"/>
          <ac:spMkLst>
            <pc:docMk/>
            <pc:sldMk cId="2199886454" sldId="316"/>
            <ac:spMk id="8" creationId="{86A2AE60-3721-23E8-EC5D-07F0524D021C}"/>
          </ac:spMkLst>
        </pc:spChg>
        <pc:spChg chg="mod">
          <ac:chgData name="Zhenqi Yang" userId="f6871e969a043391" providerId="LiveId" clId="{388DEC17-A882-55C3-A2F9-E33370200D2C}" dt="2026-08-07T00:24:17.983" v="4514" actId="108"/>
          <ac:spMkLst>
            <pc:docMk/>
            <pc:sldMk cId="2199886454" sldId="316"/>
            <ac:spMk id="9" creationId="{FCB5F90B-B6CA-BEF1-7378-BD05E2D72EED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10" creationId="{A633E3BF-91C6-2C28-B13F-1872B32DCAF8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18" creationId="{2B2F711E-5B03-6DC4-5110-33F596E03AD6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19" creationId="{D028965F-F0EA-241E-4187-0B4FDF462988}"/>
          </ac:spMkLst>
        </pc:spChg>
        <pc:spChg chg="mod">
          <ac:chgData name="Zhenqi Yang" userId="f6871e969a043391" providerId="LiveId" clId="{388DEC17-A882-55C3-A2F9-E33370200D2C}" dt="2026-08-07T00:24:53.448" v="4518" actId="108"/>
          <ac:spMkLst>
            <pc:docMk/>
            <pc:sldMk cId="2199886454" sldId="316"/>
            <ac:spMk id="21" creationId="{EF1DEB60-D097-DA63-A782-66416250DFCB}"/>
          </ac:spMkLst>
        </pc:spChg>
        <pc:spChg chg="mod">
          <ac:chgData name="Zhenqi Yang" userId="f6871e969a043391" providerId="LiveId" clId="{388DEC17-A882-55C3-A2F9-E33370200D2C}" dt="2026-08-07T00:25:00.313" v="4519" actId="108"/>
          <ac:spMkLst>
            <pc:docMk/>
            <pc:sldMk cId="2199886454" sldId="316"/>
            <ac:spMk id="22" creationId="{D81B1000-110D-FFED-32F1-FEAF553F8A20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23" creationId="{5AC8B610-900C-EADD-A696-5BB0E4BCE066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33" creationId="{87F03CA3-415E-AE0B-84D7-B2E43203D59F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36" creationId="{3ECFCA4C-A4CA-A381-29E0-5978120A29F6}"/>
          </ac:spMkLst>
        </pc:spChg>
        <pc:spChg chg="add 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37" creationId="{D0726CAA-490D-69A6-2D43-B0E479A1449A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38" creationId="{37C60D0F-12FA-005C-0BCE-6B01498ED542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39" creationId="{99A21FEA-1628-AC80-46C6-00FE82616478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40" creationId="{03CDD8B0-647B-046E-D694-8FF0E4F87CE6}"/>
          </ac:spMkLst>
        </pc:spChg>
        <pc:spChg chg="add 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41" creationId="{8EF81FC0-CD32-5505-CEB0-79EA26C5043C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42" creationId="{9479160A-032D-ED0B-D7EA-F0A87F0F5283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43" creationId="{940B7A3B-F341-E8F4-5415-EE8D54FFC81C}"/>
          </ac:spMkLst>
        </pc:spChg>
        <pc:spChg chg="mod">
          <ac:chgData name="Zhenqi Yang" userId="f6871e969a043391" providerId="LiveId" clId="{388DEC17-A882-55C3-A2F9-E33370200D2C}" dt="2026-08-07T00:25:31.640" v="4525" actId="207"/>
          <ac:spMkLst>
            <pc:docMk/>
            <pc:sldMk cId="2199886454" sldId="316"/>
            <ac:spMk id="44" creationId="{D0275CAD-FB38-9AEA-387A-7144DC84DE0A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54" creationId="{6144A3A1-1A52-B957-8CB1-8EC1F2AE1453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74" creationId="{6355831F-C21A-5814-ACC1-6B27021438DA}"/>
          </ac:spMkLst>
        </pc:spChg>
        <pc:spChg chg="add mod">
          <ac:chgData name="Zhenqi Yang" userId="f6871e969a043391" providerId="LiveId" clId="{388DEC17-A882-55C3-A2F9-E33370200D2C}" dt="2026-08-06T22:31:04.790" v="4061" actId="1038"/>
          <ac:spMkLst>
            <pc:docMk/>
            <pc:sldMk cId="2199886454" sldId="316"/>
            <ac:spMk id="78" creationId="{703BF9BF-0F3A-CB04-22CB-09A1BF598798}"/>
          </ac:spMkLst>
        </pc:spChg>
        <pc:spChg chg="mod">
          <ac:chgData name="Zhenqi Yang" userId="f6871e969a043391" providerId="LiveId" clId="{388DEC17-A882-55C3-A2F9-E33370200D2C}" dt="2026-08-07T00:26:08.207" v="4531" actId="14100"/>
          <ac:spMkLst>
            <pc:docMk/>
            <pc:sldMk cId="2199886454" sldId="316"/>
            <ac:spMk id="98" creationId="{C244DAEF-5DB2-DC73-A775-A59132B682BD}"/>
          </ac:spMkLst>
        </pc:spChg>
        <pc:spChg chg="add mod">
          <ac:chgData name="Zhenqi Yang" userId="f6871e969a043391" providerId="LiveId" clId="{388DEC17-A882-55C3-A2F9-E33370200D2C}" dt="2026-08-07T00:26:24.041" v="4534" actId="1076"/>
          <ac:spMkLst>
            <pc:docMk/>
            <pc:sldMk cId="2199886454" sldId="316"/>
            <ac:spMk id="99" creationId="{C3FD9F89-5F08-9F0D-99B2-55828A431A53}"/>
          </ac:spMkLst>
        </pc:spChg>
        <pc:spChg chg="add del mod">
          <ac:chgData name="Zhenqi Yang" userId="f6871e969a043391" providerId="LiveId" clId="{388DEC17-A882-55C3-A2F9-E33370200D2C}" dt="2026-08-07T00:24:16.717" v="4512" actId="767"/>
          <ac:spMkLst>
            <pc:docMk/>
            <pc:sldMk cId="2199886454" sldId="316"/>
            <ac:spMk id="100" creationId="{1B084283-7FCE-EA67-2632-E9AECBE3D601}"/>
          </ac:spMkLst>
        </pc:spChg>
        <pc:cxnChg chg="mod">
          <ac:chgData name="Zhenqi Yang" userId="f6871e969a043391" providerId="LiveId" clId="{388DEC17-A882-55C3-A2F9-E33370200D2C}" dt="2026-08-07T00:23:57.054" v="4504" actId="108"/>
          <ac:cxnSpMkLst>
            <pc:docMk/>
            <pc:sldMk cId="2199886454" sldId="316"/>
            <ac:cxnSpMk id="14" creationId="{4CE0F039-2A3D-C747-BEEC-2EE0B0F90590}"/>
          </ac:cxnSpMkLst>
        </pc:cxnChg>
      </pc:sldChg>
      <pc:sldChg chg="addSp delSp modSp add mod ord">
        <pc:chgData name="Zhenqi Yang" userId="f6871e969a043391" providerId="LiveId" clId="{388DEC17-A882-55C3-A2F9-E33370200D2C}" dt="2026-08-06T19:04:03.060" v="3090"/>
        <pc:sldMkLst>
          <pc:docMk/>
          <pc:sldMk cId="2511079082" sldId="317"/>
        </pc:sldMkLst>
        <pc:spChg chg="add mod">
          <ac:chgData name="Zhenqi Yang" userId="f6871e969a043391" providerId="LiveId" clId="{388DEC17-A882-55C3-A2F9-E33370200D2C}" dt="2026-08-06T19:04:03.060" v="3090"/>
          <ac:spMkLst>
            <pc:docMk/>
            <pc:sldMk cId="2511079082" sldId="317"/>
            <ac:spMk id="2" creationId="{2EA2C1A5-A95D-754A-1002-F3BC7975430D}"/>
          </ac:spMkLst>
        </pc:spChg>
        <pc:spChg chg="mod">
          <ac:chgData name="Zhenqi Yang" userId="f6871e969a043391" providerId="LiveId" clId="{388DEC17-A882-55C3-A2F9-E33370200D2C}" dt="2026-08-06T19:03:55.749" v="3088" actId="20577"/>
          <ac:spMkLst>
            <pc:docMk/>
            <pc:sldMk cId="2511079082" sldId="317"/>
            <ac:spMk id="5" creationId="{B7C72276-C8FB-9CBB-AD89-D270A30E1481}"/>
          </ac:spMkLst>
        </pc:spChg>
        <pc:spChg chg="mod">
          <ac:chgData name="Zhenqi Yang" userId="f6871e969a043391" providerId="LiveId" clId="{388DEC17-A882-55C3-A2F9-E33370200D2C}" dt="2026-08-06T19:02:43.168" v="3074" actId="1582"/>
          <ac:spMkLst>
            <pc:docMk/>
            <pc:sldMk cId="2511079082" sldId="317"/>
            <ac:spMk id="21" creationId="{60F1336F-1D55-1054-9FFB-C6299D4D9DAB}"/>
          </ac:spMkLst>
        </pc:spChg>
        <pc:spChg chg="mod">
          <ac:chgData name="Zhenqi Yang" userId="f6871e969a043391" providerId="LiveId" clId="{388DEC17-A882-55C3-A2F9-E33370200D2C}" dt="2026-08-06T19:02:55.885" v="3078" actId="1582"/>
          <ac:spMkLst>
            <pc:docMk/>
            <pc:sldMk cId="2511079082" sldId="317"/>
            <ac:spMk id="39" creationId="{D43B1296-518A-9264-58DF-C115B9DCB98D}"/>
          </ac:spMkLst>
        </pc:spChg>
        <pc:spChg chg="mod">
          <ac:chgData name="Zhenqi Yang" userId="f6871e969a043391" providerId="LiveId" clId="{388DEC17-A882-55C3-A2F9-E33370200D2C}" dt="2026-08-06T19:02:51.467" v="3077" actId="1582"/>
          <ac:spMkLst>
            <pc:docMk/>
            <pc:sldMk cId="2511079082" sldId="317"/>
            <ac:spMk id="46" creationId="{D8A42EA1-4F5D-FE87-0DEF-AC3DE3C84908}"/>
          </ac:spMkLst>
        </pc:spChg>
        <pc:spChg chg="mod">
          <ac:chgData name="Zhenqi Yang" userId="f6871e969a043391" providerId="LiveId" clId="{388DEC17-A882-55C3-A2F9-E33370200D2C}" dt="2026-08-06T19:03:01.451" v="3080" actId="1582"/>
          <ac:spMkLst>
            <pc:docMk/>
            <pc:sldMk cId="2511079082" sldId="317"/>
            <ac:spMk id="48" creationId="{9AAD83D3-E389-FEEF-42F5-8BBAC63D109E}"/>
          </ac:spMkLst>
        </pc:spChg>
        <pc:spChg chg="del">
          <ac:chgData name="Zhenqi Yang" userId="f6871e969a043391" providerId="LiveId" clId="{388DEC17-A882-55C3-A2F9-E33370200D2C}" dt="2026-08-06T19:04:02.519" v="3089" actId="478"/>
          <ac:spMkLst>
            <pc:docMk/>
            <pc:sldMk cId="2511079082" sldId="317"/>
            <ac:spMk id="58" creationId="{02ECC51A-1817-E77E-2DC5-6B8D17CBF940}"/>
          </ac:spMkLst>
        </pc:spChg>
      </pc:sldChg>
      <pc:sldChg chg="add del setBg">
        <pc:chgData name="Zhenqi Yang" userId="f6871e969a043391" providerId="LiveId" clId="{388DEC17-A882-55C3-A2F9-E33370200D2C}" dt="2026-08-07T00:00:43.604" v="4491" actId="2696"/>
        <pc:sldMkLst>
          <pc:docMk/>
          <pc:sldMk cId="0" sldId="318"/>
        </pc:sldMkLst>
      </pc:sldChg>
      <pc:sldChg chg="addSp modSp new modAnim">
        <pc:chgData name="Zhenqi Yang" userId="f6871e969a043391" providerId="LiveId" clId="{388DEC17-A882-55C3-A2F9-E33370200D2C}" dt="2026-08-07T00:21:39.259" v="4501"/>
        <pc:sldMkLst>
          <pc:docMk/>
          <pc:sldMk cId="2187109827" sldId="318"/>
        </pc:sldMkLst>
        <pc:picChg chg="add mod">
          <ac:chgData name="Zhenqi Yang" userId="f6871e969a043391" providerId="LiveId" clId="{388DEC17-A882-55C3-A2F9-E33370200D2C}" dt="2026-08-07T00:21:39.259" v="4501"/>
          <ac:picMkLst>
            <pc:docMk/>
            <pc:sldMk cId="2187109827" sldId="318"/>
            <ac:picMk id="2" creationId="{E54AFCEB-19B5-3D9C-D675-58ED97A0F3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5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DD45-77E5-B94C-7D57-C30A4E5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70E7E-291D-E366-0DA2-3C5C2087A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06BA2-E22B-C5E5-8569-1A007168A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C769D-E5D7-ACA9-3A35-0E23CAA4B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31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03EB0-75EB-C884-14FC-6E00CF38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181C5-4486-AC17-1508-5DDC39D8C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BE0EC-7C65-F98E-8FB7-A25648F9F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DFBBE-AF60-7A0F-F842-416019A97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41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4589-AA29-89E0-2378-AE294BA1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EA8A4-688B-EA41-68A7-B47C596E2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D2194-5CAF-E422-50B7-AC9CC59A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BA978-17A6-7FCE-A594-AAC4A8D56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10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6611C-F65C-89A7-B9DF-C96F7EFB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B2EC6-DAC2-3605-A6F3-079D2575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E0A12-11DA-E723-9784-678ABCED5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C37DD-5A66-5BFA-99D1-B41AD8C10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89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FCFB-E4EB-EBC8-FC95-2AF7DD8D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72A47-3B86-DD09-FD6C-D75BC60AF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EDC3B-C615-5E04-1CF5-75397C8BA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DA7C7-5FE9-523A-9084-04CD92B25C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8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B30A-5EC0-27FB-F5A8-22C892C6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7AFE5-5367-BF8A-2A5A-403691729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8B9FE-C2BF-3089-0D4B-D78651964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7A285-1400-0ED2-CFFF-097B7B2C5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04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55FE-86D6-2B07-718E-0D7B44B5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7E9EC-6866-39AA-B91F-A69C1935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46009-7C28-8F02-0802-F779B8C60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D210E-F1F6-CBD8-939A-4E86A2F3E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69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0C64-B7AB-BB2D-93F5-D82352B8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AC34-DE80-CD43-0635-1D631FD87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D6FE4-E60E-81BD-32A0-5A7F65490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BA284-39CF-F1FA-026B-480222F62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98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8B536-7BF5-F36A-D0C0-3538145C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30279-6AFB-B08B-EA8A-32F3B9511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C9EC3-900E-D44F-28F9-5E124F6AF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A7017-2EB4-E258-6C4B-B9A60AFBF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52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DBAC-0ECB-56D6-7AF0-2E4B515F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B282C-3F9E-A46E-6640-D8F451997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45D81-A340-D5D7-6451-666BF71CF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31F0-7AF1-5B56-3082-D4BFF32EB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19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F666-3087-115A-1C35-A5F39B51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B11FE-E5D6-F790-A7FC-E2545EB11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2E3F6-52D6-FCD5-1DEF-05FED086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0C167-8104-F8EA-870E-3D47CEC29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3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5582-F7ED-ABE4-59E5-426A89DC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FB67D-44C2-8484-D154-2F3B6C2AD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4E69D-7995-4F57-87D2-3A811A5EF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3529F-B055-359F-B837-82120D1B3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81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2620-F3D1-C702-B061-E20B30A2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E6DD3-5892-9ED0-099D-53F2DE40B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12E97-CBE7-4CF9-6617-42C0A00F7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722BE-333C-03DE-DE4D-3758AB85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73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9021-1644-3C7F-DC74-A4FECFFF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F4A50-A1A3-6758-D2A2-8B8DD301E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3CC64-94DC-B2BD-D64A-F0D81F136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138C6-A3EE-AADD-8390-5968B0DC6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3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D67E-D0F4-8BCC-FE66-5B99CBED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A271B-05FD-6E36-4260-D502EC9BA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FB24-07FA-9085-DE4B-241CE5934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56D66-0D25-10B4-8961-CF177E8F1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38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0CF4-9126-0F0F-9ACA-EFC959B7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20375-7E83-610D-09FB-172B351F8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0B45E-0B21-C191-98AF-A2ACDF906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18109-5637-77CA-48D2-DFB73695C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30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4121-3F3C-F38C-28A5-019A0FF8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37BCA-F62E-AE3B-FBC7-596DFFF1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0CC17-A6F0-1E55-547C-47C214A43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6D14B-647D-24B2-B729-13822CA60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801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3622-8971-C0AC-DC03-C61C6E6C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B4B7E-361F-2816-100D-CF47B5B46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FDA81-45FE-D5BC-FE77-5A339FAC6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ED9DC-DD95-6F39-DB28-FB3C30239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23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D3BD2-B69D-C6A3-292B-0D36A7E0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A94F8-5CB1-C004-D0ED-9C760B277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EF994-A37D-3C45-305B-44084B078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8A55-CE4A-ACA0-13DF-3238B722A7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21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8DA4-CB35-F203-C6AC-5F362F12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97E10-C353-9903-517F-AB0E54926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7A2FF-9598-B821-8679-93B8647C3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F7D95-C78E-8870-F114-A24233D48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26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8F31-E97A-2A8F-2D98-33009C0D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A5F9A-1F7A-62F9-2516-011DB16F0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22C96-B9AC-CD9F-DE41-3C50CEA5A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BD453-EA97-BD63-F7F8-B6491F5EC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506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D318-F5A3-A7EC-B792-6299E0EC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2FC86-7297-E339-56C1-EBF1DF9C0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D87D6-E93B-DFB2-1C78-D093F8551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9922-2AFF-3212-4A3A-558633174C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94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CF0E-0A13-D626-D5F5-C07A3FDE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11FBB-1CF5-110A-BE9C-2863C85B7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6F3F6-5BA5-0CB1-5E91-307E5152E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11E2-84E8-01F3-6A5C-D8057CA6B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76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0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sv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19" Type="http://schemas.openxmlformats.org/officeDocument/2006/relationships/image" Target="../media/image33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 SESSION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Evaluation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Chatting to building— a practical guide for everyone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8229600" cy="13716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2026-08-07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703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Internal - CBCC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336431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0" y="1318143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ChatGPT to Codex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0" y="1583319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141103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12281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Agentic AI System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945775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57600" y="298235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750447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657600" y="3732159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DA5E-FEF9-F49B-7444-55862C6D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D42883B-D830-E14E-69FB-B23FDB62E0FF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FB5EC8-A1C2-11B0-CA20-8F09A092BBD0}"/>
              </a:ext>
            </a:extLst>
          </p:cNvPr>
          <p:cNvSpPr/>
          <p:nvPr/>
        </p:nvSpPr>
        <p:spPr>
          <a:xfrm>
            <a:off x="257908" y="212654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ChatGPT to Codex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E5565B-E7A2-BD02-FD4F-7E97902288AF}"/>
              </a:ext>
            </a:extLst>
          </p:cNvPr>
          <p:cNvSpPr/>
          <p:nvPr/>
        </p:nvSpPr>
        <p:spPr>
          <a:xfrm>
            <a:off x="276196" y="608076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ptos" pitchFamily="34" charset="0"/>
              </a:rPr>
              <a:t>The evaluation of AI Products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4E6B56-9112-63FE-16AE-61A0E43F446D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70" name="Connector 13">
            <a:extLst>
              <a:ext uri="{FF2B5EF4-FFF2-40B4-BE49-F238E27FC236}">
                <a16:creationId xmlns:a16="http://schemas.microsoft.com/office/drawing/2014/main" id="{4A050470-9251-6FDD-5413-5C07E6D52AC1}"/>
              </a:ext>
            </a:extLst>
          </p:cNvPr>
          <p:cNvCxnSpPr/>
          <p:nvPr/>
        </p:nvCxnSpPr>
        <p:spPr>
          <a:xfrm>
            <a:off x="509368" y="2402877"/>
            <a:ext cx="8181594" cy="0"/>
          </a:xfrm>
          <a:prstGeom prst="line">
            <a:avLst/>
          </a:prstGeom>
          <a:ln w="35560">
            <a:solidFill>
              <a:srgbClr val="9AA7B8"/>
            </a:solidFill>
            <a:tailEnd type="triangle"/>
          </a:ln>
        </p:spPr>
      </p:cxnSp>
      <p:sp>
        <p:nvSpPr>
          <p:cNvPr id="71" name="Shape 14">
            <a:extLst>
              <a:ext uri="{FF2B5EF4-FFF2-40B4-BE49-F238E27FC236}">
                <a16:creationId xmlns:a16="http://schemas.microsoft.com/office/drawing/2014/main" id="{B0EAE5DA-2BA1-1C0A-F6A8-4FD609D0E54E}"/>
              </a:ext>
            </a:extLst>
          </p:cNvPr>
          <p:cNvSpPr/>
          <p:nvPr/>
        </p:nvSpPr>
        <p:spPr>
          <a:xfrm>
            <a:off x="276196" y="1106715"/>
            <a:ext cx="1611630" cy="946404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AAC3E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Circle 15">
            <a:extLst>
              <a:ext uri="{FF2B5EF4-FFF2-40B4-BE49-F238E27FC236}">
                <a16:creationId xmlns:a16="http://schemas.microsoft.com/office/drawing/2014/main" id="{428C0718-16E0-7C7A-6055-9EF4C7EE6AD0}"/>
              </a:ext>
            </a:extLst>
          </p:cNvPr>
          <p:cNvSpPr/>
          <p:nvPr/>
        </p:nvSpPr>
        <p:spPr>
          <a:xfrm>
            <a:off x="358492" y="1202727"/>
            <a:ext cx="219456" cy="219456"/>
          </a:xfrm>
          <a:prstGeom prst="ellipse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FC3CBB51-9F8A-E186-3F86-EF609D9B8817}"/>
              </a:ext>
            </a:extLst>
          </p:cNvPr>
          <p:cNvSpPr txBox="1"/>
          <p:nvPr/>
        </p:nvSpPr>
        <p:spPr>
          <a:xfrm>
            <a:off x="358492" y="1237017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b="1" dirty="0">
                <a:solidFill>
                  <a:srgbClr val="FFFFFF"/>
                </a:solidFill>
                <a:latin typeface="Arial"/>
              </a:rPr>
              <a:t>SA</a:t>
            </a:r>
            <a:endParaRPr lang="en-US" sz="638"/>
          </a:p>
        </p:txBody>
      </p:sp>
      <p:sp>
        <p:nvSpPr>
          <p:cNvPr id="74" name="Text 17">
            <a:extLst>
              <a:ext uri="{FF2B5EF4-FFF2-40B4-BE49-F238E27FC236}">
                <a16:creationId xmlns:a16="http://schemas.microsoft.com/office/drawing/2014/main" id="{08EE2C7F-35BD-D533-7487-E98B27462C0D}"/>
              </a:ext>
            </a:extLst>
          </p:cNvPr>
          <p:cNvSpPr txBox="1"/>
          <p:nvPr/>
        </p:nvSpPr>
        <p:spPr>
          <a:xfrm>
            <a:off x="639670" y="1182153"/>
            <a:ext cx="82296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172033"/>
                </a:solidFill>
                <a:latin typeface="Arial"/>
              </a:rPr>
              <a:t>Sam Altman</a:t>
            </a:r>
            <a:endParaRPr lang="en-US" sz="638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1359A1B1-D51A-A111-27E7-D6B1271BFB47}"/>
              </a:ext>
            </a:extLst>
          </p:cNvPr>
          <p:cNvSpPr txBox="1"/>
          <p:nvPr/>
        </p:nvSpPr>
        <p:spPr>
          <a:xfrm>
            <a:off x="639670" y="1326171"/>
            <a:ext cx="106299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0" dirty="0">
                <a:solidFill>
                  <a:srgbClr val="5F6B7A"/>
                </a:solidFill>
                <a:latin typeface="Arial"/>
              </a:rPr>
              <a:t>@sama • Nov 30, 2022</a:t>
            </a:r>
            <a:endParaRPr lang="en-US" sz="54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36368FD-E6DB-6898-F18D-5AFDE337DA85}"/>
              </a:ext>
            </a:extLst>
          </p:cNvPr>
          <p:cNvSpPr txBox="1"/>
          <p:nvPr/>
        </p:nvSpPr>
        <p:spPr>
          <a:xfrm>
            <a:off x="399640" y="1518195"/>
            <a:ext cx="13578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75" b="1" dirty="0">
                <a:solidFill>
                  <a:srgbClr val="172033"/>
                </a:solidFill>
                <a:latin typeface="Arial"/>
              </a:rPr>
              <a:t>“today we launched ChatGPT.</a:t>
            </a:r>
            <a:endParaRPr lang="en-US" sz="675"/>
          </a:p>
          <a:p>
            <a:pPr algn="l"/>
            <a:r>
              <a:rPr lang="en-US" sz="675" b="1" dirty="0">
                <a:solidFill>
                  <a:srgbClr val="172033"/>
                </a:solidFill>
                <a:latin typeface="Arial"/>
              </a:rPr>
              <a:t>try talking with it here:”</a:t>
            </a:r>
            <a:endParaRPr lang="en-US" sz="675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54A42DF-D87F-1985-C7A6-41FA233F895F}"/>
              </a:ext>
            </a:extLst>
          </p:cNvPr>
          <p:cNvSpPr txBox="1"/>
          <p:nvPr/>
        </p:nvSpPr>
        <p:spPr>
          <a:xfrm>
            <a:off x="399640" y="1840521"/>
            <a:ext cx="123444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2563A8"/>
                </a:solidFill>
                <a:latin typeface="Arial"/>
              </a:rPr>
              <a:t>The public starting point</a:t>
            </a:r>
            <a:endParaRPr lang="en-US" sz="578"/>
          </a:p>
        </p:txBody>
      </p:sp>
      <p:cxnSp>
        <p:nvCxnSpPr>
          <p:cNvPr id="78" name="Connector 21">
            <a:extLst>
              <a:ext uri="{FF2B5EF4-FFF2-40B4-BE49-F238E27FC236}">
                <a16:creationId xmlns:a16="http://schemas.microsoft.com/office/drawing/2014/main" id="{F3E0E1F2-FAA8-29E1-21CF-6D722F61EBBD}"/>
              </a:ext>
            </a:extLst>
          </p:cNvPr>
          <p:cNvCxnSpPr/>
          <p:nvPr/>
        </p:nvCxnSpPr>
        <p:spPr>
          <a:xfrm>
            <a:off x="1044292" y="2053119"/>
            <a:ext cx="0" cy="288036"/>
          </a:xfrm>
          <a:prstGeom prst="line">
            <a:avLst/>
          </a:prstGeom>
          <a:ln w="15240">
            <a:solidFill>
              <a:srgbClr val="2563A8"/>
            </a:solidFill>
            <a:tailEnd type="none"/>
          </a:ln>
        </p:spPr>
      </p:cxnSp>
      <p:sp>
        <p:nvSpPr>
          <p:cNvPr id="79" name="Circle 22">
            <a:extLst>
              <a:ext uri="{FF2B5EF4-FFF2-40B4-BE49-F238E27FC236}">
                <a16:creationId xmlns:a16="http://schemas.microsoft.com/office/drawing/2014/main" id="{952F607C-3EE3-A010-F298-51C02257316C}"/>
              </a:ext>
            </a:extLst>
          </p:cNvPr>
          <p:cNvSpPr/>
          <p:nvPr/>
        </p:nvSpPr>
        <p:spPr>
          <a:xfrm>
            <a:off x="982570" y="2341155"/>
            <a:ext cx="123444" cy="123444"/>
          </a:xfrm>
          <a:prstGeom prst="ellipse">
            <a:avLst/>
          </a:prstGeom>
          <a:solidFill>
            <a:srgbClr val="2563A8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0" name="Shape 23">
            <a:extLst>
              <a:ext uri="{FF2B5EF4-FFF2-40B4-BE49-F238E27FC236}">
                <a16:creationId xmlns:a16="http://schemas.microsoft.com/office/drawing/2014/main" id="{1074F44B-FB36-1FAC-900D-3CC2721B6703}"/>
              </a:ext>
            </a:extLst>
          </p:cNvPr>
          <p:cNvSpPr/>
          <p:nvPr/>
        </p:nvSpPr>
        <p:spPr>
          <a:xfrm>
            <a:off x="1730092" y="2732061"/>
            <a:ext cx="1268730" cy="82296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7651A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4099D857-B7B5-E12D-A625-D6BC5C4C2E21}"/>
              </a:ext>
            </a:extLst>
          </p:cNvPr>
          <p:cNvSpPr txBox="1"/>
          <p:nvPr/>
        </p:nvSpPr>
        <p:spPr>
          <a:xfrm>
            <a:off x="1832962" y="2814357"/>
            <a:ext cx="106299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7651A8"/>
                </a:solidFill>
                <a:latin typeface="Arial"/>
              </a:rPr>
              <a:t>MAR 2023</a:t>
            </a:r>
            <a:endParaRPr lang="en-US" sz="615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7171AE6D-6659-A4B0-37DE-6A51EE82AA47}"/>
              </a:ext>
            </a:extLst>
          </p:cNvPr>
          <p:cNvSpPr txBox="1"/>
          <p:nvPr/>
        </p:nvSpPr>
        <p:spPr>
          <a:xfrm>
            <a:off x="1832962" y="2992665"/>
            <a:ext cx="106299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78" b="1" dirty="0">
                <a:solidFill>
                  <a:srgbClr val="172033"/>
                </a:solidFill>
                <a:latin typeface="Arial"/>
              </a:rPr>
              <a:t>GPT-4 + Claude</a:t>
            </a:r>
            <a:endParaRPr lang="en-US" sz="878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E1BB1BDD-9987-2BBE-3D27-63CAF5C94C44}"/>
              </a:ext>
            </a:extLst>
          </p:cNvPr>
          <p:cNvSpPr txBox="1"/>
          <p:nvPr/>
        </p:nvSpPr>
        <p:spPr>
          <a:xfrm>
            <a:off x="1832962" y="3205263"/>
            <a:ext cx="106299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Frontier assistants: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multimodal + steerable</a:t>
            </a:r>
            <a:endParaRPr lang="en-US" sz="578"/>
          </a:p>
        </p:txBody>
      </p:sp>
      <p:cxnSp>
        <p:nvCxnSpPr>
          <p:cNvPr id="84" name="Connector 27">
            <a:extLst>
              <a:ext uri="{FF2B5EF4-FFF2-40B4-BE49-F238E27FC236}">
                <a16:creationId xmlns:a16="http://schemas.microsoft.com/office/drawing/2014/main" id="{A39B7F27-62A1-E694-C0DA-A746FDA46D1E}"/>
              </a:ext>
            </a:extLst>
          </p:cNvPr>
          <p:cNvCxnSpPr/>
          <p:nvPr/>
        </p:nvCxnSpPr>
        <p:spPr>
          <a:xfrm>
            <a:off x="2361028" y="2464599"/>
            <a:ext cx="0" cy="267462"/>
          </a:xfrm>
          <a:prstGeom prst="line">
            <a:avLst/>
          </a:prstGeom>
          <a:ln w="15240">
            <a:solidFill>
              <a:srgbClr val="7651A8"/>
            </a:solidFill>
            <a:tailEnd type="none"/>
          </a:ln>
        </p:spPr>
      </p:cxnSp>
      <p:sp>
        <p:nvSpPr>
          <p:cNvPr id="85" name="Circle 28">
            <a:extLst>
              <a:ext uri="{FF2B5EF4-FFF2-40B4-BE49-F238E27FC236}">
                <a16:creationId xmlns:a16="http://schemas.microsoft.com/office/drawing/2014/main" id="{6D52F70B-B9D8-B32B-CC0B-2AB59DFAE010}"/>
              </a:ext>
            </a:extLst>
          </p:cNvPr>
          <p:cNvSpPr/>
          <p:nvPr/>
        </p:nvSpPr>
        <p:spPr>
          <a:xfrm>
            <a:off x="2299306" y="2341155"/>
            <a:ext cx="123444" cy="123444"/>
          </a:xfrm>
          <a:prstGeom prst="ellipse">
            <a:avLst/>
          </a:prstGeom>
          <a:solidFill>
            <a:srgbClr val="7651A8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6" name="Shape 29">
            <a:extLst>
              <a:ext uri="{FF2B5EF4-FFF2-40B4-BE49-F238E27FC236}">
                <a16:creationId xmlns:a16="http://schemas.microsoft.com/office/drawing/2014/main" id="{40854A73-2CD5-AA73-6A49-183055F9220C}"/>
              </a:ext>
            </a:extLst>
          </p:cNvPr>
          <p:cNvSpPr/>
          <p:nvPr/>
        </p:nvSpPr>
        <p:spPr>
          <a:xfrm>
            <a:off x="2964532" y="1168437"/>
            <a:ext cx="1268730" cy="822960"/>
          </a:xfrm>
          <a:prstGeom prst="roundRect">
            <a:avLst/>
          </a:prstGeom>
          <a:solidFill>
            <a:srgbClr val="F3FBFE"/>
          </a:solidFill>
          <a:ln w="12700">
            <a:solidFill>
              <a:srgbClr val="087EA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1FBB7794-FEBB-84F0-B1E2-150899971D44}"/>
              </a:ext>
            </a:extLst>
          </p:cNvPr>
          <p:cNvSpPr txBox="1"/>
          <p:nvPr/>
        </p:nvSpPr>
        <p:spPr>
          <a:xfrm>
            <a:off x="3067402" y="1250733"/>
            <a:ext cx="106299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087EA4"/>
                </a:solidFill>
                <a:latin typeface="Arial"/>
              </a:rPr>
              <a:t>MAY–NOV 2024</a:t>
            </a:r>
            <a:endParaRPr lang="en-US" sz="615"/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18A0CE0F-53F5-1248-2F4F-3ACD88663885}"/>
              </a:ext>
            </a:extLst>
          </p:cNvPr>
          <p:cNvSpPr txBox="1"/>
          <p:nvPr/>
        </p:nvSpPr>
        <p:spPr>
          <a:xfrm>
            <a:off x="3067402" y="1429041"/>
            <a:ext cx="106299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78" b="1" dirty="0">
                <a:solidFill>
                  <a:srgbClr val="172033"/>
                </a:solidFill>
                <a:latin typeface="Arial"/>
              </a:rPr>
              <a:t>Multimodal + tools</a:t>
            </a:r>
            <a:endParaRPr lang="en-US" sz="878"/>
          </a:p>
        </p:txBody>
      </p:sp>
      <p:sp>
        <p:nvSpPr>
          <p:cNvPr id="89" name="Text 32">
            <a:extLst>
              <a:ext uri="{FF2B5EF4-FFF2-40B4-BE49-F238E27FC236}">
                <a16:creationId xmlns:a16="http://schemas.microsoft.com/office/drawing/2014/main" id="{41BB03FA-377F-7ACC-D2C1-D10EB45868F5}"/>
              </a:ext>
            </a:extLst>
          </p:cNvPr>
          <p:cNvSpPr txBox="1"/>
          <p:nvPr/>
        </p:nvSpPr>
        <p:spPr>
          <a:xfrm>
            <a:off x="3067402" y="1641639"/>
            <a:ext cx="106299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GPT-4o • Computer Use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• Model Context Protocol</a:t>
            </a:r>
            <a:endParaRPr lang="en-US" sz="578"/>
          </a:p>
        </p:txBody>
      </p:sp>
      <p:cxnSp>
        <p:nvCxnSpPr>
          <p:cNvPr id="90" name="Connector 33">
            <a:extLst>
              <a:ext uri="{FF2B5EF4-FFF2-40B4-BE49-F238E27FC236}">
                <a16:creationId xmlns:a16="http://schemas.microsoft.com/office/drawing/2014/main" id="{83E55362-9BD8-8537-32A8-EBFAC983C9BF}"/>
              </a:ext>
            </a:extLst>
          </p:cNvPr>
          <p:cNvCxnSpPr/>
          <p:nvPr/>
        </p:nvCxnSpPr>
        <p:spPr>
          <a:xfrm>
            <a:off x="3588610" y="1991397"/>
            <a:ext cx="0" cy="349758"/>
          </a:xfrm>
          <a:prstGeom prst="line">
            <a:avLst/>
          </a:prstGeom>
          <a:ln w="15240">
            <a:solidFill>
              <a:srgbClr val="087EA4"/>
            </a:solidFill>
            <a:tailEnd type="none"/>
          </a:ln>
        </p:spPr>
      </p:cxnSp>
      <p:sp>
        <p:nvSpPr>
          <p:cNvPr id="91" name="Circle 34">
            <a:extLst>
              <a:ext uri="{FF2B5EF4-FFF2-40B4-BE49-F238E27FC236}">
                <a16:creationId xmlns:a16="http://schemas.microsoft.com/office/drawing/2014/main" id="{177D3AFD-A04D-C318-E915-C147674AF4B6}"/>
              </a:ext>
            </a:extLst>
          </p:cNvPr>
          <p:cNvSpPr/>
          <p:nvPr/>
        </p:nvSpPr>
        <p:spPr>
          <a:xfrm>
            <a:off x="3526888" y="2341155"/>
            <a:ext cx="123444" cy="123444"/>
          </a:xfrm>
          <a:prstGeom prst="ellipse">
            <a:avLst/>
          </a:prstGeom>
          <a:solidFill>
            <a:srgbClr val="087EA4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2" name="Shape 35">
            <a:extLst>
              <a:ext uri="{FF2B5EF4-FFF2-40B4-BE49-F238E27FC236}">
                <a16:creationId xmlns:a16="http://schemas.microsoft.com/office/drawing/2014/main" id="{E72FD1AF-6C92-9577-DE27-CD07609CA92A}"/>
              </a:ext>
            </a:extLst>
          </p:cNvPr>
          <p:cNvSpPr/>
          <p:nvPr/>
        </p:nvSpPr>
        <p:spPr>
          <a:xfrm>
            <a:off x="4164682" y="2732061"/>
            <a:ext cx="1220724" cy="82296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7651A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50A13859-1DE2-C78B-483B-E956BB7D368F}"/>
              </a:ext>
            </a:extLst>
          </p:cNvPr>
          <p:cNvSpPr txBox="1"/>
          <p:nvPr/>
        </p:nvSpPr>
        <p:spPr>
          <a:xfrm>
            <a:off x="4267552" y="2814357"/>
            <a:ext cx="1014984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7651A8"/>
                </a:solidFill>
                <a:latin typeface="Arial"/>
              </a:rPr>
              <a:t>FEB 2025</a:t>
            </a:r>
            <a:endParaRPr lang="en-US" sz="615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2734CC3E-F190-120B-C2F5-336AE968D39C}"/>
              </a:ext>
            </a:extLst>
          </p:cNvPr>
          <p:cNvSpPr txBox="1"/>
          <p:nvPr/>
        </p:nvSpPr>
        <p:spPr>
          <a:xfrm>
            <a:off x="4267552" y="2992665"/>
            <a:ext cx="10149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78" b="1" dirty="0">
                <a:solidFill>
                  <a:srgbClr val="172033"/>
                </a:solidFill>
                <a:latin typeface="Arial"/>
              </a:rPr>
              <a:t>Claude Code</a:t>
            </a:r>
            <a:endParaRPr lang="en-US" sz="878"/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2892581D-1468-5708-0679-92B3584AE442}"/>
              </a:ext>
            </a:extLst>
          </p:cNvPr>
          <p:cNvSpPr txBox="1"/>
          <p:nvPr/>
        </p:nvSpPr>
        <p:spPr>
          <a:xfrm>
            <a:off x="4267552" y="3205263"/>
            <a:ext cx="1014984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An agent works directly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inside the terminal</a:t>
            </a:r>
            <a:endParaRPr lang="en-US" sz="578"/>
          </a:p>
        </p:txBody>
      </p:sp>
      <p:cxnSp>
        <p:nvCxnSpPr>
          <p:cNvPr id="96" name="Connector 39">
            <a:extLst>
              <a:ext uri="{FF2B5EF4-FFF2-40B4-BE49-F238E27FC236}">
                <a16:creationId xmlns:a16="http://schemas.microsoft.com/office/drawing/2014/main" id="{57AEC5D0-4E02-D059-9437-6A4C1F1500A0}"/>
              </a:ext>
            </a:extLst>
          </p:cNvPr>
          <p:cNvCxnSpPr/>
          <p:nvPr/>
        </p:nvCxnSpPr>
        <p:spPr>
          <a:xfrm>
            <a:off x="4788760" y="2464599"/>
            <a:ext cx="0" cy="267462"/>
          </a:xfrm>
          <a:prstGeom prst="line">
            <a:avLst/>
          </a:prstGeom>
          <a:ln w="15240">
            <a:solidFill>
              <a:srgbClr val="7651A8"/>
            </a:solidFill>
            <a:tailEnd type="none"/>
          </a:ln>
        </p:spPr>
      </p:cxnSp>
      <p:sp>
        <p:nvSpPr>
          <p:cNvPr id="97" name="Circle 40">
            <a:extLst>
              <a:ext uri="{FF2B5EF4-FFF2-40B4-BE49-F238E27FC236}">
                <a16:creationId xmlns:a16="http://schemas.microsoft.com/office/drawing/2014/main" id="{A7661B15-A6B2-29C2-00CB-A127E14515F2}"/>
              </a:ext>
            </a:extLst>
          </p:cNvPr>
          <p:cNvSpPr/>
          <p:nvPr/>
        </p:nvSpPr>
        <p:spPr>
          <a:xfrm>
            <a:off x="4727038" y="2341155"/>
            <a:ext cx="123444" cy="123444"/>
          </a:xfrm>
          <a:prstGeom prst="ellipse">
            <a:avLst/>
          </a:prstGeom>
          <a:solidFill>
            <a:srgbClr val="7651A8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8" name="Shape 41">
            <a:extLst>
              <a:ext uri="{FF2B5EF4-FFF2-40B4-BE49-F238E27FC236}">
                <a16:creationId xmlns:a16="http://schemas.microsoft.com/office/drawing/2014/main" id="{58D558F4-AFBE-CE96-F68E-C10C3892CAFB}"/>
              </a:ext>
            </a:extLst>
          </p:cNvPr>
          <p:cNvSpPr/>
          <p:nvPr/>
        </p:nvSpPr>
        <p:spPr>
          <a:xfrm>
            <a:off x="5357974" y="1168437"/>
            <a:ext cx="1220724" cy="82296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2563A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6A06B303-6717-21CD-F187-BF82B4E0D70C}"/>
              </a:ext>
            </a:extLst>
          </p:cNvPr>
          <p:cNvSpPr txBox="1"/>
          <p:nvPr/>
        </p:nvSpPr>
        <p:spPr>
          <a:xfrm>
            <a:off x="5460844" y="1250733"/>
            <a:ext cx="1014984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2563A8"/>
                </a:solidFill>
                <a:latin typeface="Arial"/>
              </a:rPr>
              <a:t>MAY 2025</a:t>
            </a:r>
            <a:endParaRPr lang="en-US" sz="615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4C11303F-73FE-D684-C9AE-988B41B3E6DF}"/>
              </a:ext>
            </a:extLst>
          </p:cNvPr>
          <p:cNvSpPr txBox="1"/>
          <p:nvPr/>
        </p:nvSpPr>
        <p:spPr>
          <a:xfrm>
            <a:off x="5460844" y="1429041"/>
            <a:ext cx="10149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78" b="1" dirty="0">
                <a:solidFill>
                  <a:srgbClr val="172033"/>
                </a:solidFill>
                <a:latin typeface="Arial"/>
              </a:rPr>
              <a:t>Codex</a:t>
            </a:r>
            <a:endParaRPr lang="en-US" sz="878"/>
          </a:p>
        </p:txBody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149BB484-200E-81D9-3374-213B769F9FED}"/>
              </a:ext>
            </a:extLst>
          </p:cNvPr>
          <p:cNvSpPr txBox="1"/>
          <p:nvPr/>
        </p:nvSpPr>
        <p:spPr>
          <a:xfrm>
            <a:off x="5460844" y="1641639"/>
            <a:ext cx="1014984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Cloud agent edits, tests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and proposes changes</a:t>
            </a:r>
            <a:endParaRPr lang="en-US" sz="578"/>
          </a:p>
        </p:txBody>
      </p:sp>
      <p:cxnSp>
        <p:nvCxnSpPr>
          <p:cNvPr id="102" name="Connector 45">
            <a:extLst>
              <a:ext uri="{FF2B5EF4-FFF2-40B4-BE49-F238E27FC236}">
                <a16:creationId xmlns:a16="http://schemas.microsoft.com/office/drawing/2014/main" id="{3457A218-53C8-7609-C7C5-4F3A20391A82}"/>
              </a:ext>
            </a:extLst>
          </p:cNvPr>
          <p:cNvCxnSpPr/>
          <p:nvPr/>
        </p:nvCxnSpPr>
        <p:spPr>
          <a:xfrm>
            <a:off x="5961478" y="1991397"/>
            <a:ext cx="0" cy="349758"/>
          </a:xfrm>
          <a:prstGeom prst="line">
            <a:avLst/>
          </a:prstGeom>
          <a:ln w="15240">
            <a:solidFill>
              <a:srgbClr val="2563A8"/>
            </a:solidFill>
            <a:tailEnd type="none"/>
          </a:ln>
        </p:spPr>
      </p:cxnSp>
      <p:sp>
        <p:nvSpPr>
          <p:cNvPr id="103" name="Circle 46">
            <a:extLst>
              <a:ext uri="{FF2B5EF4-FFF2-40B4-BE49-F238E27FC236}">
                <a16:creationId xmlns:a16="http://schemas.microsoft.com/office/drawing/2014/main" id="{1E61094E-D349-59C5-F4AD-91CD1735C9BF}"/>
              </a:ext>
            </a:extLst>
          </p:cNvPr>
          <p:cNvSpPr/>
          <p:nvPr/>
        </p:nvSpPr>
        <p:spPr>
          <a:xfrm>
            <a:off x="5899756" y="2341155"/>
            <a:ext cx="123444" cy="123444"/>
          </a:xfrm>
          <a:prstGeom prst="ellipse">
            <a:avLst/>
          </a:prstGeom>
          <a:solidFill>
            <a:srgbClr val="2563A8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04" name="Shape 47">
            <a:extLst>
              <a:ext uri="{FF2B5EF4-FFF2-40B4-BE49-F238E27FC236}">
                <a16:creationId xmlns:a16="http://schemas.microsoft.com/office/drawing/2014/main" id="{95E8D8D0-6EDC-29FF-A98F-AED339AFAECA}"/>
              </a:ext>
            </a:extLst>
          </p:cNvPr>
          <p:cNvSpPr/>
          <p:nvPr/>
        </p:nvSpPr>
        <p:spPr>
          <a:xfrm>
            <a:off x="6523834" y="2732061"/>
            <a:ext cx="1268730" cy="82296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16865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05" name="Text 48">
            <a:extLst>
              <a:ext uri="{FF2B5EF4-FFF2-40B4-BE49-F238E27FC236}">
                <a16:creationId xmlns:a16="http://schemas.microsoft.com/office/drawing/2014/main" id="{B5AB5665-BC15-0BF1-B98B-4F5BADBFACCB}"/>
              </a:ext>
            </a:extLst>
          </p:cNvPr>
          <p:cNvSpPr txBox="1"/>
          <p:nvPr/>
        </p:nvSpPr>
        <p:spPr>
          <a:xfrm>
            <a:off x="6626704" y="2814357"/>
            <a:ext cx="106299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168653"/>
                </a:solidFill>
                <a:latin typeface="Arial"/>
              </a:rPr>
              <a:t>JAN–JUL 2025</a:t>
            </a:r>
            <a:endParaRPr lang="en-US" sz="615"/>
          </a:p>
        </p:txBody>
      </p:sp>
      <p:sp>
        <p:nvSpPr>
          <p:cNvPr id="106" name="Text 49">
            <a:extLst>
              <a:ext uri="{FF2B5EF4-FFF2-40B4-BE49-F238E27FC236}">
                <a16:creationId xmlns:a16="http://schemas.microsoft.com/office/drawing/2014/main" id="{C427CC50-6114-7DEB-D4CE-C2705CE27BB9}"/>
              </a:ext>
            </a:extLst>
          </p:cNvPr>
          <p:cNvSpPr txBox="1"/>
          <p:nvPr/>
        </p:nvSpPr>
        <p:spPr>
          <a:xfrm>
            <a:off x="6626704" y="2992665"/>
            <a:ext cx="106299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78" b="1" dirty="0">
                <a:solidFill>
                  <a:srgbClr val="172033"/>
                </a:solidFill>
                <a:latin typeface="Arial"/>
              </a:rPr>
              <a:t>Institutional AI</a:t>
            </a:r>
            <a:endParaRPr lang="en-US" sz="878"/>
          </a:p>
        </p:txBody>
      </p:sp>
      <p:sp>
        <p:nvSpPr>
          <p:cNvPr id="107" name="Text 50">
            <a:extLst>
              <a:ext uri="{FF2B5EF4-FFF2-40B4-BE49-F238E27FC236}">
                <a16:creationId xmlns:a16="http://schemas.microsoft.com/office/drawing/2014/main" id="{0DB0E657-E058-D083-07CC-400BB2683668}"/>
              </a:ext>
            </a:extLst>
          </p:cNvPr>
          <p:cNvSpPr txBox="1"/>
          <p:nvPr/>
        </p:nvSpPr>
        <p:spPr>
          <a:xfrm>
            <a:off x="6626704" y="3205263"/>
            <a:ext cx="106299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ChatGPT Gov • Claude Gov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enterprise + defense use</a:t>
            </a:r>
            <a:endParaRPr lang="en-US" sz="578"/>
          </a:p>
        </p:txBody>
      </p:sp>
      <p:cxnSp>
        <p:nvCxnSpPr>
          <p:cNvPr id="108" name="Connector 51">
            <a:extLst>
              <a:ext uri="{FF2B5EF4-FFF2-40B4-BE49-F238E27FC236}">
                <a16:creationId xmlns:a16="http://schemas.microsoft.com/office/drawing/2014/main" id="{2017D5B2-1245-7DAA-CB9A-EBB9051807F5}"/>
              </a:ext>
            </a:extLst>
          </p:cNvPr>
          <p:cNvCxnSpPr/>
          <p:nvPr/>
        </p:nvCxnSpPr>
        <p:spPr>
          <a:xfrm>
            <a:off x="7161628" y="2464599"/>
            <a:ext cx="0" cy="267462"/>
          </a:xfrm>
          <a:prstGeom prst="line">
            <a:avLst/>
          </a:prstGeom>
          <a:ln w="15240">
            <a:solidFill>
              <a:srgbClr val="168653"/>
            </a:solidFill>
            <a:tailEnd type="none"/>
          </a:ln>
        </p:spPr>
      </p:cxnSp>
      <p:sp>
        <p:nvSpPr>
          <p:cNvPr id="109" name="Circle 52">
            <a:extLst>
              <a:ext uri="{FF2B5EF4-FFF2-40B4-BE49-F238E27FC236}">
                <a16:creationId xmlns:a16="http://schemas.microsoft.com/office/drawing/2014/main" id="{C2AC6A0D-3734-FBC3-2484-524AD861B019}"/>
              </a:ext>
            </a:extLst>
          </p:cNvPr>
          <p:cNvSpPr/>
          <p:nvPr/>
        </p:nvSpPr>
        <p:spPr>
          <a:xfrm>
            <a:off x="7099906" y="2341155"/>
            <a:ext cx="123444" cy="123444"/>
          </a:xfrm>
          <a:prstGeom prst="ellipse">
            <a:avLst/>
          </a:prstGeom>
          <a:solidFill>
            <a:srgbClr val="168653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0" name="Shape 53">
            <a:extLst>
              <a:ext uri="{FF2B5EF4-FFF2-40B4-BE49-F238E27FC236}">
                <a16:creationId xmlns:a16="http://schemas.microsoft.com/office/drawing/2014/main" id="{8A5F46A6-31CE-FA21-736F-BDA4E1740693}"/>
              </a:ext>
            </a:extLst>
          </p:cNvPr>
          <p:cNvSpPr/>
          <p:nvPr/>
        </p:nvSpPr>
        <p:spPr>
          <a:xfrm>
            <a:off x="7662262" y="1168437"/>
            <a:ext cx="1268730" cy="82296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B65F00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2E52F523-0B3E-F1C1-7BD4-59022E9FAC7E}"/>
              </a:ext>
            </a:extLst>
          </p:cNvPr>
          <p:cNvSpPr txBox="1"/>
          <p:nvPr/>
        </p:nvSpPr>
        <p:spPr>
          <a:xfrm>
            <a:off x="7765132" y="1250733"/>
            <a:ext cx="106299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b="1" dirty="0">
                <a:solidFill>
                  <a:srgbClr val="B65F00"/>
                </a:solidFill>
                <a:latin typeface="Arial"/>
              </a:rPr>
              <a:t>JUN–JUL 2026</a:t>
            </a:r>
            <a:endParaRPr lang="en-US" sz="615"/>
          </a:p>
        </p:txBody>
      </p:sp>
      <p:sp>
        <p:nvSpPr>
          <p:cNvPr id="112" name="Text 55">
            <a:extLst>
              <a:ext uri="{FF2B5EF4-FFF2-40B4-BE49-F238E27FC236}">
                <a16:creationId xmlns:a16="http://schemas.microsoft.com/office/drawing/2014/main" id="{EED4B42C-E7F8-BADC-A35B-EFCEFBDEFDF1}"/>
              </a:ext>
            </a:extLst>
          </p:cNvPr>
          <p:cNvSpPr txBox="1"/>
          <p:nvPr/>
        </p:nvSpPr>
        <p:spPr>
          <a:xfrm>
            <a:off x="7765132" y="1429041"/>
            <a:ext cx="10629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35" b="1" dirty="0">
                <a:solidFill>
                  <a:srgbClr val="172033"/>
                </a:solidFill>
                <a:latin typeface="Arial"/>
              </a:rPr>
              <a:t>Fable / Mythos 5</a:t>
            </a:r>
            <a:endParaRPr lang="en-US" sz="735"/>
          </a:p>
          <a:p>
            <a:pPr algn="l"/>
            <a:r>
              <a:rPr lang="en-US" sz="735" b="1" dirty="0">
                <a:solidFill>
                  <a:srgbClr val="172033"/>
                </a:solidFill>
                <a:latin typeface="Arial"/>
              </a:rPr>
              <a:t>GPT-5.6 Sol</a:t>
            </a:r>
            <a:endParaRPr lang="en-US" sz="735"/>
          </a:p>
        </p:txBody>
      </p:sp>
      <p:sp>
        <p:nvSpPr>
          <p:cNvPr id="113" name="Text 56">
            <a:extLst>
              <a:ext uri="{FF2B5EF4-FFF2-40B4-BE49-F238E27FC236}">
                <a16:creationId xmlns:a16="http://schemas.microsoft.com/office/drawing/2014/main" id="{0312561D-0BE1-D035-7571-CAC954E4583E}"/>
              </a:ext>
            </a:extLst>
          </p:cNvPr>
          <p:cNvSpPr txBox="1"/>
          <p:nvPr/>
        </p:nvSpPr>
        <p:spPr>
          <a:xfrm>
            <a:off x="7765132" y="1703361"/>
            <a:ext cx="106299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Long-horizon, tool-rich</a:t>
            </a:r>
            <a:endParaRPr lang="en-US" sz="578"/>
          </a:p>
          <a:p>
            <a:pPr algn="l"/>
            <a:r>
              <a:rPr lang="en-US" sz="578" dirty="0">
                <a:solidFill>
                  <a:srgbClr val="5F6B7A"/>
                </a:solidFill>
                <a:latin typeface="Arial"/>
              </a:rPr>
              <a:t>frontier systems</a:t>
            </a:r>
            <a:endParaRPr lang="en-US" sz="578"/>
          </a:p>
        </p:txBody>
      </p:sp>
      <p:cxnSp>
        <p:nvCxnSpPr>
          <p:cNvPr id="114" name="Connector 57">
            <a:extLst>
              <a:ext uri="{FF2B5EF4-FFF2-40B4-BE49-F238E27FC236}">
                <a16:creationId xmlns:a16="http://schemas.microsoft.com/office/drawing/2014/main" id="{950A769B-9E37-F3D4-0B51-AD1F8DB3BBDD}"/>
              </a:ext>
            </a:extLst>
          </p:cNvPr>
          <p:cNvCxnSpPr/>
          <p:nvPr/>
        </p:nvCxnSpPr>
        <p:spPr>
          <a:xfrm>
            <a:off x="8300056" y="1991397"/>
            <a:ext cx="0" cy="349758"/>
          </a:xfrm>
          <a:prstGeom prst="line">
            <a:avLst/>
          </a:prstGeom>
          <a:ln w="15240">
            <a:solidFill>
              <a:srgbClr val="B65F00"/>
            </a:solidFill>
            <a:tailEnd type="none"/>
          </a:ln>
        </p:spPr>
      </p:cxnSp>
      <p:sp>
        <p:nvSpPr>
          <p:cNvPr id="115" name="Circle 58">
            <a:extLst>
              <a:ext uri="{FF2B5EF4-FFF2-40B4-BE49-F238E27FC236}">
                <a16:creationId xmlns:a16="http://schemas.microsoft.com/office/drawing/2014/main" id="{E00B9315-1DD9-E453-D5A5-AC68FB366E23}"/>
              </a:ext>
            </a:extLst>
          </p:cNvPr>
          <p:cNvSpPr/>
          <p:nvPr/>
        </p:nvSpPr>
        <p:spPr>
          <a:xfrm>
            <a:off x="8238334" y="2341155"/>
            <a:ext cx="123444" cy="123444"/>
          </a:xfrm>
          <a:prstGeom prst="ellipse">
            <a:avLst/>
          </a:prstGeom>
          <a:solidFill>
            <a:srgbClr val="B65F00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6" name="Text 59">
            <a:extLst>
              <a:ext uri="{FF2B5EF4-FFF2-40B4-BE49-F238E27FC236}">
                <a16:creationId xmlns:a16="http://schemas.microsoft.com/office/drawing/2014/main" id="{467B4509-71B3-4856-3F02-2A8EF4E59DFC}"/>
              </a:ext>
            </a:extLst>
          </p:cNvPr>
          <p:cNvSpPr txBox="1"/>
          <p:nvPr/>
        </p:nvSpPr>
        <p:spPr>
          <a:xfrm>
            <a:off x="358492" y="3863631"/>
            <a:ext cx="117957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1" dirty="0">
                <a:solidFill>
                  <a:srgbClr val="168653"/>
                </a:solidFill>
                <a:latin typeface="Arial"/>
              </a:rPr>
              <a:t>ADOPTION EXPANDS</a:t>
            </a:r>
            <a:endParaRPr lang="en-US" sz="750"/>
          </a:p>
        </p:txBody>
      </p:sp>
      <p:sp>
        <p:nvSpPr>
          <p:cNvPr id="117" name="Text 60">
            <a:extLst>
              <a:ext uri="{FF2B5EF4-FFF2-40B4-BE49-F238E27FC236}">
                <a16:creationId xmlns:a16="http://schemas.microsoft.com/office/drawing/2014/main" id="{9172435D-E588-1EB2-314A-A673FA5B0A10}"/>
              </a:ext>
            </a:extLst>
          </p:cNvPr>
          <p:cNvSpPr txBox="1"/>
          <p:nvPr/>
        </p:nvSpPr>
        <p:spPr>
          <a:xfrm>
            <a:off x="1538068" y="3863631"/>
            <a:ext cx="34975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solidFill>
                  <a:srgbClr val="5F6B7A"/>
                </a:solidFill>
                <a:latin typeface="Arial"/>
              </a:rPr>
              <a:t>Each stage adds users, workflows, controls, and institutional responsibility.</a:t>
            </a:r>
            <a:endParaRPr lang="en-US" sz="570"/>
          </a:p>
        </p:txBody>
      </p:sp>
      <p:sp>
        <p:nvSpPr>
          <p:cNvPr id="118" name="Shape 61">
            <a:extLst>
              <a:ext uri="{FF2B5EF4-FFF2-40B4-BE49-F238E27FC236}">
                <a16:creationId xmlns:a16="http://schemas.microsoft.com/office/drawing/2014/main" id="{C5638B8A-4D8C-A58C-1FB2-61695CA97D74}"/>
              </a:ext>
            </a:extLst>
          </p:cNvPr>
          <p:cNvSpPr/>
          <p:nvPr/>
        </p:nvSpPr>
        <p:spPr>
          <a:xfrm>
            <a:off x="358492" y="4055655"/>
            <a:ext cx="1652778" cy="438912"/>
          </a:xfrm>
          <a:prstGeom prst="rect">
            <a:avLst/>
          </a:prstGeom>
          <a:solidFill>
            <a:srgbClr val="E8F1F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9" name="Text 62">
            <a:extLst>
              <a:ext uri="{FF2B5EF4-FFF2-40B4-BE49-F238E27FC236}">
                <a16:creationId xmlns:a16="http://schemas.microsoft.com/office/drawing/2014/main" id="{64922291-7B98-0AB0-E8BD-C6BBF6875B15}"/>
              </a:ext>
            </a:extLst>
          </p:cNvPr>
          <p:cNvSpPr txBox="1"/>
          <p:nvPr/>
        </p:nvSpPr>
        <p:spPr>
          <a:xfrm>
            <a:off x="358492" y="4137951"/>
            <a:ext cx="1652778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b="1" dirty="0">
                <a:solidFill>
                  <a:srgbClr val="2563A8"/>
                </a:solidFill>
                <a:latin typeface="Arial"/>
              </a:rPr>
              <a:t>PERSONAL USERS</a:t>
            </a:r>
            <a:endParaRPr lang="en-US" sz="638"/>
          </a:p>
        </p:txBody>
      </p:sp>
      <p:sp>
        <p:nvSpPr>
          <p:cNvPr id="120" name="Text 63">
            <a:extLst>
              <a:ext uri="{FF2B5EF4-FFF2-40B4-BE49-F238E27FC236}">
                <a16:creationId xmlns:a16="http://schemas.microsoft.com/office/drawing/2014/main" id="{69AA2A8B-23FD-9B72-8D42-1A950CDC0772}"/>
              </a:ext>
            </a:extLst>
          </p:cNvPr>
          <p:cNvSpPr txBox="1"/>
          <p:nvPr/>
        </p:nvSpPr>
        <p:spPr>
          <a:xfrm>
            <a:off x="358492" y="4323117"/>
            <a:ext cx="165277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0" dirty="0">
                <a:solidFill>
                  <a:srgbClr val="5F6B7A"/>
                </a:solidFill>
                <a:latin typeface="Arial"/>
              </a:rPr>
              <a:t>Everyday conversations</a:t>
            </a:r>
            <a:endParaRPr lang="en-US" sz="540"/>
          </a:p>
        </p:txBody>
      </p:sp>
      <p:cxnSp>
        <p:nvCxnSpPr>
          <p:cNvPr id="121" name="Connector 64">
            <a:extLst>
              <a:ext uri="{FF2B5EF4-FFF2-40B4-BE49-F238E27FC236}">
                <a16:creationId xmlns:a16="http://schemas.microsoft.com/office/drawing/2014/main" id="{2CF271AD-ACDC-58D2-81CE-D585752C6FA8}"/>
              </a:ext>
            </a:extLst>
          </p:cNvPr>
          <p:cNvCxnSpPr/>
          <p:nvPr/>
        </p:nvCxnSpPr>
        <p:spPr>
          <a:xfrm>
            <a:off x="1956406" y="4275111"/>
            <a:ext cx="123444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</a:ln>
        </p:spPr>
      </p:cxnSp>
      <p:sp>
        <p:nvSpPr>
          <p:cNvPr id="122" name="Shape 65">
            <a:extLst>
              <a:ext uri="{FF2B5EF4-FFF2-40B4-BE49-F238E27FC236}">
                <a16:creationId xmlns:a16="http://schemas.microsoft.com/office/drawing/2014/main" id="{A6B135A7-53F6-71C3-E866-6DBC1822FA50}"/>
              </a:ext>
            </a:extLst>
          </p:cNvPr>
          <p:cNvSpPr/>
          <p:nvPr/>
        </p:nvSpPr>
        <p:spPr>
          <a:xfrm>
            <a:off x="2052418" y="4055655"/>
            <a:ext cx="1652778" cy="438912"/>
          </a:xfrm>
          <a:prstGeom prst="rect">
            <a:avLst/>
          </a:prstGeom>
          <a:solidFill>
            <a:srgbClr val="EEF4FC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23" name="Text 66">
            <a:extLst>
              <a:ext uri="{FF2B5EF4-FFF2-40B4-BE49-F238E27FC236}">
                <a16:creationId xmlns:a16="http://schemas.microsoft.com/office/drawing/2014/main" id="{18FBC429-7487-2075-537B-68663755521C}"/>
              </a:ext>
            </a:extLst>
          </p:cNvPr>
          <p:cNvSpPr txBox="1"/>
          <p:nvPr/>
        </p:nvSpPr>
        <p:spPr>
          <a:xfrm>
            <a:off x="2052418" y="4137951"/>
            <a:ext cx="1652778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b="1" dirty="0">
                <a:solidFill>
                  <a:srgbClr val="2563A8"/>
                </a:solidFill>
                <a:latin typeface="Arial"/>
              </a:rPr>
              <a:t>BUILDERS</a:t>
            </a:r>
            <a:endParaRPr lang="en-US" sz="638"/>
          </a:p>
        </p:txBody>
      </p:sp>
      <p:sp>
        <p:nvSpPr>
          <p:cNvPr id="124" name="Text 67">
            <a:extLst>
              <a:ext uri="{FF2B5EF4-FFF2-40B4-BE49-F238E27FC236}">
                <a16:creationId xmlns:a16="http://schemas.microsoft.com/office/drawing/2014/main" id="{085C4892-FF1C-9B06-7954-CFB0C7BD2683}"/>
              </a:ext>
            </a:extLst>
          </p:cNvPr>
          <p:cNvSpPr txBox="1"/>
          <p:nvPr/>
        </p:nvSpPr>
        <p:spPr>
          <a:xfrm>
            <a:off x="2052418" y="4323117"/>
            <a:ext cx="165277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0" dirty="0">
                <a:solidFill>
                  <a:srgbClr val="5F6B7A"/>
                </a:solidFill>
                <a:latin typeface="Arial"/>
              </a:rPr>
              <a:t>Apps through APIs</a:t>
            </a:r>
            <a:endParaRPr lang="en-US" sz="540"/>
          </a:p>
        </p:txBody>
      </p:sp>
      <p:cxnSp>
        <p:nvCxnSpPr>
          <p:cNvPr id="125" name="Connector 68">
            <a:extLst>
              <a:ext uri="{FF2B5EF4-FFF2-40B4-BE49-F238E27FC236}">
                <a16:creationId xmlns:a16="http://schemas.microsoft.com/office/drawing/2014/main" id="{D106552E-B4E0-2989-1368-1BEF8AA01B4C}"/>
              </a:ext>
            </a:extLst>
          </p:cNvPr>
          <p:cNvCxnSpPr/>
          <p:nvPr/>
        </p:nvCxnSpPr>
        <p:spPr>
          <a:xfrm>
            <a:off x="3650332" y="4275111"/>
            <a:ext cx="123444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</a:ln>
        </p:spPr>
      </p:cxnSp>
      <p:sp>
        <p:nvSpPr>
          <p:cNvPr id="126" name="Shape 69">
            <a:extLst>
              <a:ext uri="{FF2B5EF4-FFF2-40B4-BE49-F238E27FC236}">
                <a16:creationId xmlns:a16="http://schemas.microsoft.com/office/drawing/2014/main" id="{3C524791-53BF-D05F-4CE7-68FCCC46D3AD}"/>
              </a:ext>
            </a:extLst>
          </p:cNvPr>
          <p:cNvSpPr/>
          <p:nvPr/>
        </p:nvSpPr>
        <p:spPr>
          <a:xfrm>
            <a:off x="3746344" y="4055655"/>
            <a:ext cx="1652778" cy="438912"/>
          </a:xfrm>
          <a:prstGeom prst="rect">
            <a:avLst/>
          </a:prstGeom>
          <a:solidFill>
            <a:srgbClr val="F3FBFE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27" name="Text 70">
            <a:extLst>
              <a:ext uri="{FF2B5EF4-FFF2-40B4-BE49-F238E27FC236}">
                <a16:creationId xmlns:a16="http://schemas.microsoft.com/office/drawing/2014/main" id="{A10D7746-EDAE-0D6A-0B62-DCFB8540D862}"/>
              </a:ext>
            </a:extLst>
          </p:cNvPr>
          <p:cNvSpPr txBox="1"/>
          <p:nvPr/>
        </p:nvSpPr>
        <p:spPr>
          <a:xfrm>
            <a:off x="3746344" y="4137951"/>
            <a:ext cx="1652778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b="1" dirty="0">
                <a:solidFill>
                  <a:srgbClr val="087EA4"/>
                </a:solidFill>
                <a:latin typeface="Arial"/>
              </a:rPr>
              <a:t>ENTERPRISES</a:t>
            </a:r>
            <a:endParaRPr lang="en-US" sz="638"/>
          </a:p>
        </p:txBody>
      </p:sp>
      <p:sp>
        <p:nvSpPr>
          <p:cNvPr id="128" name="Text 71">
            <a:extLst>
              <a:ext uri="{FF2B5EF4-FFF2-40B4-BE49-F238E27FC236}">
                <a16:creationId xmlns:a16="http://schemas.microsoft.com/office/drawing/2014/main" id="{6E1E643A-753A-2186-5BF3-2C18587B931F}"/>
              </a:ext>
            </a:extLst>
          </p:cNvPr>
          <p:cNvSpPr txBox="1"/>
          <p:nvPr/>
        </p:nvSpPr>
        <p:spPr>
          <a:xfrm>
            <a:off x="3746344" y="4323117"/>
            <a:ext cx="165277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0" dirty="0">
                <a:solidFill>
                  <a:srgbClr val="5F6B7A"/>
                </a:solidFill>
                <a:latin typeface="Arial"/>
              </a:rPr>
              <a:t>Secure business workflows</a:t>
            </a:r>
            <a:endParaRPr lang="en-US" sz="540"/>
          </a:p>
        </p:txBody>
      </p:sp>
      <p:cxnSp>
        <p:nvCxnSpPr>
          <p:cNvPr id="129" name="Connector 72">
            <a:extLst>
              <a:ext uri="{FF2B5EF4-FFF2-40B4-BE49-F238E27FC236}">
                <a16:creationId xmlns:a16="http://schemas.microsoft.com/office/drawing/2014/main" id="{C3B2417D-70FD-B0F1-B2F8-C4B4C3A7528C}"/>
              </a:ext>
            </a:extLst>
          </p:cNvPr>
          <p:cNvCxnSpPr/>
          <p:nvPr/>
        </p:nvCxnSpPr>
        <p:spPr>
          <a:xfrm>
            <a:off x="5344258" y="4275111"/>
            <a:ext cx="123444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</a:ln>
        </p:spPr>
      </p:cxnSp>
      <p:sp>
        <p:nvSpPr>
          <p:cNvPr id="130" name="Shape 73">
            <a:extLst>
              <a:ext uri="{FF2B5EF4-FFF2-40B4-BE49-F238E27FC236}">
                <a16:creationId xmlns:a16="http://schemas.microsoft.com/office/drawing/2014/main" id="{B4F0F6FE-A7E2-F523-4819-32278ACC1DCA}"/>
              </a:ext>
            </a:extLst>
          </p:cNvPr>
          <p:cNvSpPr/>
          <p:nvPr/>
        </p:nvSpPr>
        <p:spPr>
          <a:xfrm>
            <a:off x="5440270" y="4055655"/>
            <a:ext cx="1652778" cy="438912"/>
          </a:xfrm>
          <a:prstGeom prst="rect">
            <a:avLst/>
          </a:prstGeom>
          <a:solidFill>
            <a:srgbClr val="F8F5FC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31" name="Text 74">
            <a:extLst>
              <a:ext uri="{FF2B5EF4-FFF2-40B4-BE49-F238E27FC236}">
                <a16:creationId xmlns:a16="http://schemas.microsoft.com/office/drawing/2014/main" id="{94764CC3-F477-B115-9E15-1C2D9176C9AD}"/>
              </a:ext>
            </a:extLst>
          </p:cNvPr>
          <p:cNvSpPr txBox="1"/>
          <p:nvPr/>
        </p:nvSpPr>
        <p:spPr>
          <a:xfrm>
            <a:off x="5440270" y="4137951"/>
            <a:ext cx="1652778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b="1" dirty="0">
                <a:solidFill>
                  <a:srgbClr val="7651A8"/>
                </a:solidFill>
                <a:latin typeface="Arial"/>
              </a:rPr>
              <a:t>AGENTIC WORK</a:t>
            </a:r>
            <a:endParaRPr lang="en-US" sz="638"/>
          </a:p>
        </p:txBody>
      </p:sp>
      <p:sp>
        <p:nvSpPr>
          <p:cNvPr id="132" name="Text 75">
            <a:extLst>
              <a:ext uri="{FF2B5EF4-FFF2-40B4-BE49-F238E27FC236}">
                <a16:creationId xmlns:a16="http://schemas.microsoft.com/office/drawing/2014/main" id="{CFA7FA7B-B5AB-3278-6014-FDDC50B486C7}"/>
              </a:ext>
            </a:extLst>
          </p:cNvPr>
          <p:cNvSpPr txBox="1"/>
          <p:nvPr/>
        </p:nvSpPr>
        <p:spPr>
          <a:xfrm>
            <a:off x="5440270" y="4323117"/>
            <a:ext cx="165277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0" dirty="0">
                <a:solidFill>
                  <a:srgbClr val="5F6B7A"/>
                </a:solidFill>
                <a:latin typeface="Arial"/>
              </a:rPr>
              <a:t>Delegated, multi-step tasks</a:t>
            </a:r>
            <a:endParaRPr lang="en-US" sz="540"/>
          </a:p>
        </p:txBody>
      </p:sp>
      <p:cxnSp>
        <p:nvCxnSpPr>
          <p:cNvPr id="133" name="Connector 76">
            <a:extLst>
              <a:ext uri="{FF2B5EF4-FFF2-40B4-BE49-F238E27FC236}">
                <a16:creationId xmlns:a16="http://schemas.microsoft.com/office/drawing/2014/main" id="{95BC0783-B862-AD07-92EE-5A8F3B653ECC}"/>
              </a:ext>
            </a:extLst>
          </p:cNvPr>
          <p:cNvCxnSpPr/>
          <p:nvPr/>
        </p:nvCxnSpPr>
        <p:spPr>
          <a:xfrm>
            <a:off x="7038184" y="4275111"/>
            <a:ext cx="123444" cy="0"/>
          </a:xfrm>
          <a:prstGeom prst="line">
            <a:avLst/>
          </a:prstGeom>
          <a:ln w="50800">
            <a:solidFill>
              <a:srgbClr val="FFFFFF"/>
            </a:solidFill>
            <a:tailEnd type="triangle"/>
          </a:ln>
        </p:spPr>
      </p:cxnSp>
      <p:sp>
        <p:nvSpPr>
          <p:cNvPr id="134" name="Shape 77">
            <a:extLst>
              <a:ext uri="{FF2B5EF4-FFF2-40B4-BE49-F238E27FC236}">
                <a16:creationId xmlns:a16="http://schemas.microsoft.com/office/drawing/2014/main" id="{B5BB0733-095D-7BA2-B236-6459BF6EDF92}"/>
              </a:ext>
            </a:extLst>
          </p:cNvPr>
          <p:cNvSpPr/>
          <p:nvPr/>
        </p:nvSpPr>
        <p:spPr>
          <a:xfrm>
            <a:off x="7134196" y="4055655"/>
            <a:ext cx="1652778" cy="438912"/>
          </a:xfrm>
          <a:prstGeom prst="rect">
            <a:avLst/>
          </a:prstGeom>
          <a:solidFill>
            <a:srgbClr val="EDF9F2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35" name="Text 78">
            <a:extLst>
              <a:ext uri="{FF2B5EF4-FFF2-40B4-BE49-F238E27FC236}">
                <a16:creationId xmlns:a16="http://schemas.microsoft.com/office/drawing/2014/main" id="{BCBFD9C4-1543-96C7-EB81-BEB242C55A0E}"/>
              </a:ext>
            </a:extLst>
          </p:cNvPr>
          <p:cNvSpPr txBox="1"/>
          <p:nvPr/>
        </p:nvSpPr>
        <p:spPr>
          <a:xfrm>
            <a:off x="7134196" y="4137951"/>
            <a:ext cx="1652778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168653"/>
                </a:solidFill>
                <a:latin typeface="Arial"/>
              </a:rPr>
              <a:t>PUBLIC SECTOR + DEFENSE</a:t>
            </a:r>
            <a:endParaRPr lang="en-US" sz="585"/>
          </a:p>
        </p:txBody>
      </p:sp>
      <p:sp>
        <p:nvSpPr>
          <p:cNvPr id="136" name="Text 79">
            <a:extLst>
              <a:ext uri="{FF2B5EF4-FFF2-40B4-BE49-F238E27FC236}">
                <a16:creationId xmlns:a16="http://schemas.microsoft.com/office/drawing/2014/main" id="{35BF74F4-D968-6F32-087B-FE144A566A26}"/>
              </a:ext>
            </a:extLst>
          </p:cNvPr>
          <p:cNvSpPr txBox="1"/>
          <p:nvPr/>
        </p:nvSpPr>
        <p:spPr>
          <a:xfrm>
            <a:off x="7134196" y="4323117"/>
            <a:ext cx="165277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0" dirty="0">
                <a:solidFill>
                  <a:srgbClr val="5F6B7A"/>
                </a:solidFill>
                <a:latin typeface="Arial"/>
              </a:rPr>
              <a:t>Governed institutional deployment</a:t>
            </a:r>
            <a:endParaRPr lang="en-US" sz="540"/>
          </a:p>
        </p:txBody>
      </p:sp>
      <p:sp>
        <p:nvSpPr>
          <p:cNvPr id="137" name="Shape 80">
            <a:extLst>
              <a:ext uri="{FF2B5EF4-FFF2-40B4-BE49-F238E27FC236}">
                <a16:creationId xmlns:a16="http://schemas.microsoft.com/office/drawing/2014/main" id="{8CAD0E19-0EBD-C00C-8BB9-C65233F43201}"/>
              </a:ext>
            </a:extLst>
          </p:cNvPr>
          <p:cNvSpPr/>
          <p:nvPr/>
        </p:nvSpPr>
        <p:spPr>
          <a:xfrm>
            <a:off x="358492" y="4748313"/>
            <a:ext cx="8469630" cy="19888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38" name="Text 81">
            <a:extLst>
              <a:ext uri="{FF2B5EF4-FFF2-40B4-BE49-F238E27FC236}">
                <a16:creationId xmlns:a16="http://schemas.microsoft.com/office/drawing/2014/main" id="{29417F0F-B57C-69FF-B1D6-4A8989D6D5C4}"/>
              </a:ext>
            </a:extLst>
          </p:cNvPr>
          <p:cNvSpPr txBox="1"/>
          <p:nvPr/>
        </p:nvSpPr>
        <p:spPr>
          <a:xfrm>
            <a:off x="475078" y="4784360"/>
            <a:ext cx="823645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FFFFFF"/>
                </a:solidFill>
                <a:latin typeface="Arial"/>
              </a:rPr>
              <a:t>The trajectory is not only smarter models—it is a shift from answering questions to completing consequential work.</a:t>
            </a:r>
            <a:endParaRPr lang="en-US" sz="690"/>
          </a:p>
        </p:txBody>
      </p:sp>
      <p:sp>
        <p:nvSpPr>
          <p:cNvPr id="139" name="Text 82">
            <a:extLst>
              <a:ext uri="{FF2B5EF4-FFF2-40B4-BE49-F238E27FC236}">
                <a16:creationId xmlns:a16="http://schemas.microsoft.com/office/drawing/2014/main" id="{5F4B06DD-A022-2634-7BBB-D5C346F1CB97}"/>
              </a:ext>
            </a:extLst>
          </p:cNvPr>
          <p:cNvSpPr txBox="1"/>
          <p:nvPr/>
        </p:nvSpPr>
        <p:spPr>
          <a:xfrm>
            <a:off x="6736432" y="4988343"/>
            <a:ext cx="2057400" cy="82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420" dirty="0">
                <a:solidFill>
                  <a:srgbClr val="5F6B7A"/>
                </a:solidFill>
                <a:latin typeface="Arial"/>
              </a:rPr>
              <a:t>Dates: official OpenAI and Anthropic launch announcements.</a:t>
            </a:r>
            <a:endParaRPr lang="en-US" sz="420"/>
          </a:p>
        </p:txBody>
      </p:sp>
    </p:spTree>
    <p:extLst>
      <p:ext uri="{BB962C8B-B14F-4D97-AF65-F5344CB8AC3E}">
        <p14:creationId xmlns:p14="http://schemas.microsoft.com/office/powerpoint/2010/main" val="150543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D53A-04A7-9F44-09CC-58214BDB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F15505-8B78-B9F3-4A66-DD690D897A1C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FACB6F-0552-454A-D230-891A489E2548}"/>
              </a:ext>
            </a:extLst>
          </p:cNvPr>
          <p:cNvSpPr/>
          <p:nvPr/>
        </p:nvSpPr>
        <p:spPr>
          <a:xfrm>
            <a:off x="288662" y="240419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ChatGPT to Codex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A17E44-5BA4-7216-595B-C0D267AEA351}"/>
              </a:ext>
            </a:extLst>
          </p:cNvPr>
          <p:cNvSpPr/>
          <p:nvPr/>
        </p:nvSpPr>
        <p:spPr>
          <a:xfrm>
            <a:off x="288662" y="608087"/>
            <a:ext cx="777240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Aptos" pitchFamily="34" charset="0"/>
              </a:rPr>
              <a:t>Scaling Law &amp; Engineering Wonder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83168A-F3B1-1F5F-68E0-A9F0B2ABA2F9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62FE61-B19F-2CD6-44D2-2F0B6AD70EFC}"/>
              </a:ext>
            </a:extLst>
          </p:cNvPr>
          <p:cNvSpPr txBox="1"/>
          <p:nvPr/>
        </p:nvSpPr>
        <p:spPr>
          <a:xfrm>
            <a:off x="274320" y="1129458"/>
            <a:ext cx="288036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88" b="1" dirty="0">
                <a:solidFill>
                  <a:srgbClr val="2563A8"/>
                </a:solidFill>
                <a:latin typeface="Arial"/>
              </a:rPr>
              <a:t>WHAT MAKES THE MODEL MORE CAPABLE?</a:t>
            </a:r>
            <a:endParaRPr lang="en-US" sz="788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11CDE8A-CA98-29C5-44B2-38EDF0385C25}"/>
              </a:ext>
            </a:extLst>
          </p:cNvPr>
          <p:cNvSpPr/>
          <p:nvPr/>
        </p:nvSpPr>
        <p:spPr>
          <a:xfrm>
            <a:off x="274320" y="1342056"/>
            <a:ext cx="1618488" cy="44577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DCEAFB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Circle 7">
            <a:extLst>
              <a:ext uri="{FF2B5EF4-FFF2-40B4-BE49-F238E27FC236}">
                <a16:creationId xmlns:a16="http://schemas.microsoft.com/office/drawing/2014/main" id="{79CE9720-E927-D0B8-C43A-AE5EE52ACCA3}"/>
              </a:ext>
            </a:extLst>
          </p:cNvPr>
          <p:cNvSpPr/>
          <p:nvPr/>
        </p:nvSpPr>
        <p:spPr>
          <a:xfrm>
            <a:off x="377190" y="1458642"/>
            <a:ext cx="212598" cy="212598"/>
          </a:xfrm>
          <a:prstGeom prst="ellipse">
            <a:avLst/>
          </a:prstGeom>
          <a:solidFill>
            <a:srgbClr val="DCEAFB"/>
          </a:solidFill>
          <a:ln>
            <a:solidFill>
              <a:srgbClr val="DCEAFB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E7CC71B-3FD7-969B-33A7-6E5F2C17BBB7}"/>
              </a:ext>
            </a:extLst>
          </p:cNvPr>
          <p:cNvSpPr txBox="1"/>
          <p:nvPr/>
        </p:nvSpPr>
        <p:spPr>
          <a:xfrm>
            <a:off x="377190" y="1499790"/>
            <a:ext cx="212598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2563A8"/>
                </a:solidFill>
                <a:latin typeface="Arial"/>
              </a:rPr>
              <a:t>1</a:t>
            </a:r>
            <a:endParaRPr lang="en-US" sz="69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71E0B47-9F9A-38B9-ADC3-79A98635178D}"/>
              </a:ext>
            </a:extLst>
          </p:cNvPr>
          <p:cNvSpPr txBox="1"/>
          <p:nvPr/>
        </p:nvSpPr>
        <p:spPr>
          <a:xfrm>
            <a:off x="644652" y="1438068"/>
            <a:ext cx="114528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8" b="1" dirty="0">
                <a:solidFill>
                  <a:srgbClr val="172033"/>
                </a:solidFill>
                <a:latin typeface="Arial"/>
              </a:rPr>
              <a:t>Compute &amp; scale</a:t>
            </a:r>
            <a:endParaRPr lang="en-US" sz="668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3E4CBD2-39C7-D6B8-4EFA-EC2FF3C5F15E}"/>
              </a:ext>
            </a:extLst>
          </p:cNvPr>
          <p:cNvSpPr txBox="1"/>
          <p:nvPr/>
        </p:nvSpPr>
        <p:spPr>
          <a:xfrm>
            <a:off x="644652" y="1616376"/>
            <a:ext cx="11452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5F6B7A"/>
                </a:solidFill>
                <a:latin typeface="Arial"/>
              </a:rPr>
              <a:t>Parameters, training compute</a:t>
            </a:r>
            <a:endParaRPr lang="en-US" sz="525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D68CF51-A827-DAB0-17E2-B47BD9C9580F}"/>
              </a:ext>
            </a:extLst>
          </p:cNvPr>
          <p:cNvSpPr/>
          <p:nvPr/>
        </p:nvSpPr>
        <p:spPr>
          <a:xfrm>
            <a:off x="2016252" y="1342056"/>
            <a:ext cx="1618488" cy="44577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E1F5E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Circle 12">
            <a:extLst>
              <a:ext uri="{FF2B5EF4-FFF2-40B4-BE49-F238E27FC236}">
                <a16:creationId xmlns:a16="http://schemas.microsoft.com/office/drawing/2014/main" id="{2EB64F01-2C92-7173-9E1C-9C6E0C5867F2}"/>
              </a:ext>
            </a:extLst>
          </p:cNvPr>
          <p:cNvSpPr/>
          <p:nvPr/>
        </p:nvSpPr>
        <p:spPr>
          <a:xfrm>
            <a:off x="2119122" y="1458642"/>
            <a:ext cx="212598" cy="212598"/>
          </a:xfrm>
          <a:prstGeom prst="ellipse">
            <a:avLst/>
          </a:prstGeom>
          <a:solidFill>
            <a:srgbClr val="E1F5E9"/>
          </a:solidFill>
          <a:ln>
            <a:solidFill>
              <a:srgbClr val="E1F5E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4B1669E-D86D-CBF1-625E-8EC19CE5D28C}"/>
              </a:ext>
            </a:extLst>
          </p:cNvPr>
          <p:cNvSpPr txBox="1"/>
          <p:nvPr/>
        </p:nvSpPr>
        <p:spPr>
          <a:xfrm>
            <a:off x="2119122" y="1499790"/>
            <a:ext cx="212598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168653"/>
                </a:solidFill>
                <a:latin typeface="Arial"/>
              </a:rPr>
              <a:t>2</a:t>
            </a:r>
            <a:endParaRPr lang="en-US" sz="69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22729CE-0066-0944-C084-DD7902905E59}"/>
              </a:ext>
            </a:extLst>
          </p:cNvPr>
          <p:cNvSpPr txBox="1"/>
          <p:nvPr/>
        </p:nvSpPr>
        <p:spPr>
          <a:xfrm>
            <a:off x="2386584" y="1438068"/>
            <a:ext cx="114528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8" b="1" dirty="0">
                <a:solidFill>
                  <a:srgbClr val="172033"/>
                </a:solidFill>
                <a:latin typeface="Arial"/>
              </a:rPr>
              <a:t>Better training data</a:t>
            </a:r>
            <a:endParaRPr lang="en-US" sz="668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A6ACCBE-C854-B93D-1FC7-CE239D6ED2EE}"/>
              </a:ext>
            </a:extLst>
          </p:cNvPr>
          <p:cNvSpPr txBox="1"/>
          <p:nvPr/>
        </p:nvSpPr>
        <p:spPr>
          <a:xfrm>
            <a:off x="2386584" y="1616376"/>
            <a:ext cx="11452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5F6B7A"/>
                </a:solidFill>
                <a:latin typeface="Arial"/>
              </a:rPr>
              <a:t>Quality, diversity, feedback</a:t>
            </a:r>
            <a:endParaRPr lang="en-US" sz="525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B52C910-56DB-4BD9-9F64-91A222DE3B53}"/>
              </a:ext>
            </a:extLst>
          </p:cNvPr>
          <p:cNvSpPr/>
          <p:nvPr/>
        </p:nvSpPr>
        <p:spPr>
          <a:xfrm>
            <a:off x="3765042" y="1342056"/>
            <a:ext cx="1618488" cy="44577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CE9C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Circle 17">
            <a:extLst>
              <a:ext uri="{FF2B5EF4-FFF2-40B4-BE49-F238E27FC236}">
                <a16:creationId xmlns:a16="http://schemas.microsoft.com/office/drawing/2014/main" id="{8B8E1E57-6647-2942-2E1C-8F07D4F8B088}"/>
              </a:ext>
            </a:extLst>
          </p:cNvPr>
          <p:cNvSpPr/>
          <p:nvPr/>
        </p:nvSpPr>
        <p:spPr>
          <a:xfrm>
            <a:off x="3867912" y="1458642"/>
            <a:ext cx="212598" cy="212598"/>
          </a:xfrm>
          <a:prstGeom prst="ellipse">
            <a:avLst/>
          </a:prstGeom>
          <a:solidFill>
            <a:srgbClr val="FCE9C9"/>
          </a:solidFill>
          <a:ln>
            <a:solidFill>
              <a:srgbClr val="FCE9C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DD67CED-9D73-0102-E9D8-0176425A6C63}"/>
              </a:ext>
            </a:extLst>
          </p:cNvPr>
          <p:cNvSpPr txBox="1"/>
          <p:nvPr/>
        </p:nvSpPr>
        <p:spPr>
          <a:xfrm>
            <a:off x="3867912" y="1499790"/>
            <a:ext cx="212598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B65F00"/>
                </a:solidFill>
                <a:latin typeface="Arial"/>
              </a:rPr>
              <a:t>3</a:t>
            </a:r>
            <a:endParaRPr lang="en-US" sz="69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753AF22-9A23-87C2-89C2-11E9B632F65A}"/>
              </a:ext>
            </a:extLst>
          </p:cNvPr>
          <p:cNvSpPr txBox="1"/>
          <p:nvPr/>
        </p:nvSpPr>
        <p:spPr>
          <a:xfrm>
            <a:off x="4135374" y="1438068"/>
            <a:ext cx="114528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8" b="1" dirty="0">
                <a:solidFill>
                  <a:srgbClr val="172033"/>
                </a:solidFill>
                <a:latin typeface="Arial"/>
              </a:rPr>
              <a:t>Model architecture</a:t>
            </a:r>
            <a:endParaRPr lang="en-US" sz="668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E082E94-0EBF-8574-FD68-50CBB086115C}"/>
              </a:ext>
            </a:extLst>
          </p:cNvPr>
          <p:cNvSpPr txBox="1"/>
          <p:nvPr/>
        </p:nvSpPr>
        <p:spPr>
          <a:xfrm>
            <a:off x="4135374" y="1616376"/>
            <a:ext cx="11452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5F6B7A"/>
                </a:solidFill>
                <a:latin typeface="Arial"/>
              </a:rPr>
              <a:t>Efficiency and longer context</a:t>
            </a:r>
            <a:endParaRPr lang="en-US" sz="525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D712320-D0FC-2FB5-B6C1-F4CE031ADF81}"/>
              </a:ext>
            </a:extLst>
          </p:cNvPr>
          <p:cNvSpPr/>
          <p:nvPr/>
        </p:nvSpPr>
        <p:spPr>
          <a:xfrm>
            <a:off x="5513832" y="1342056"/>
            <a:ext cx="1618488" cy="445770"/>
          </a:xfrm>
          <a:prstGeom prst="roundRect">
            <a:avLst/>
          </a:prstGeom>
          <a:solidFill>
            <a:srgbClr val="F8F5FC"/>
          </a:solidFill>
          <a:ln w="12700">
            <a:solidFill>
              <a:srgbClr val="EEE3F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Circle 22">
            <a:extLst>
              <a:ext uri="{FF2B5EF4-FFF2-40B4-BE49-F238E27FC236}">
                <a16:creationId xmlns:a16="http://schemas.microsoft.com/office/drawing/2014/main" id="{697F6D1E-6B15-4745-7343-43B48326BF79}"/>
              </a:ext>
            </a:extLst>
          </p:cNvPr>
          <p:cNvSpPr/>
          <p:nvPr/>
        </p:nvSpPr>
        <p:spPr>
          <a:xfrm>
            <a:off x="5616702" y="1458642"/>
            <a:ext cx="212598" cy="212598"/>
          </a:xfrm>
          <a:prstGeom prst="ellipse">
            <a:avLst/>
          </a:prstGeom>
          <a:solidFill>
            <a:srgbClr val="EEE3F7"/>
          </a:solidFill>
          <a:ln>
            <a:solidFill>
              <a:srgbClr val="EEE3F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050A41F-E4D3-97DA-9095-70E9DAE4127B}"/>
              </a:ext>
            </a:extLst>
          </p:cNvPr>
          <p:cNvSpPr txBox="1"/>
          <p:nvPr/>
        </p:nvSpPr>
        <p:spPr>
          <a:xfrm>
            <a:off x="5616702" y="1499790"/>
            <a:ext cx="212598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7651A8"/>
                </a:solidFill>
                <a:latin typeface="Arial"/>
              </a:rPr>
              <a:t>4</a:t>
            </a:r>
            <a:endParaRPr lang="en-US" sz="69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3648EB9-EB97-50D5-5B15-EC79222E224F}"/>
              </a:ext>
            </a:extLst>
          </p:cNvPr>
          <p:cNvSpPr txBox="1"/>
          <p:nvPr/>
        </p:nvSpPr>
        <p:spPr>
          <a:xfrm>
            <a:off x="5884164" y="1438068"/>
            <a:ext cx="114528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8" b="1" dirty="0">
                <a:solidFill>
                  <a:srgbClr val="172033"/>
                </a:solidFill>
                <a:latin typeface="Arial"/>
              </a:rPr>
              <a:t>Post-training</a:t>
            </a:r>
            <a:endParaRPr lang="en-US" sz="668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C51E2BC-1CB2-F4E7-011A-A79B396CA17B}"/>
              </a:ext>
            </a:extLst>
          </p:cNvPr>
          <p:cNvSpPr txBox="1"/>
          <p:nvPr/>
        </p:nvSpPr>
        <p:spPr>
          <a:xfrm>
            <a:off x="5884164" y="1616376"/>
            <a:ext cx="11452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5F6B7A"/>
                </a:solidFill>
                <a:latin typeface="Arial"/>
              </a:rPr>
              <a:t>Instruction following, alignment</a:t>
            </a:r>
            <a:endParaRPr lang="en-US" sz="525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171525-3D9C-8161-78A1-30D256673652}"/>
              </a:ext>
            </a:extLst>
          </p:cNvPr>
          <p:cNvSpPr/>
          <p:nvPr/>
        </p:nvSpPr>
        <p:spPr>
          <a:xfrm>
            <a:off x="7262622" y="1342056"/>
            <a:ext cx="1618488" cy="445770"/>
          </a:xfrm>
          <a:prstGeom prst="roundRect">
            <a:avLst/>
          </a:prstGeom>
          <a:solidFill>
            <a:srgbClr val="FFF5F1"/>
          </a:solidFill>
          <a:ln w="12700">
            <a:solidFill>
              <a:srgbClr val="F8E4DC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Circle 27">
            <a:extLst>
              <a:ext uri="{FF2B5EF4-FFF2-40B4-BE49-F238E27FC236}">
                <a16:creationId xmlns:a16="http://schemas.microsoft.com/office/drawing/2014/main" id="{23587084-C769-F8B8-2E00-27C78F8BC032}"/>
              </a:ext>
            </a:extLst>
          </p:cNvPr>
          <p:cNvSpPr/>
          <p:nvPr/>
        </p:nvSpPr>
        <p:spPr>
          <a:xfrm>
            <a:off x="7365492" y="1458642"/>
            <a:ext cx="212598" cy="212598"/>
          </a:xfrm>
          <a:prstGeom prst="ellipse">
            <a:avLst/>
          </a:prstGeom>
          <a:solidFill>
            <a:srgbClr val="F8E4DC"/>
          </a:solidFill>
          <a:ln>
            <a:solidFill>
              <a:srgbClr val="F8E4DC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75CC757-76A2-8ABB-1375-B73CE804CB1F}"/>
              </a:ext>
            </a:extLst>
          </p:cNvPr>
          <p:cNvSpPr txBox="1"/>
          <p:nvPr/>
        </p:nvSpPr>
        <p:spPr>
          <a:xfrm>
            <a:off x="7365492" y="1499790"/>
            <a:ext cx="212598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90" b="1" dirty="0">
                <a:solidFill>
                  <a:srgbClr val="AD5C3E"/>
                </a:solidFill>
                <a:latin typeface="Arial"/>
              </a:rPr>
              <a:t>5</a:t>
            </a:r>
            <a:endParaRPr lang="en-US" sz="69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7BD6B87-1D44-4E04-2BFF-C896523C4FCE}"/>
              </a:ext>
            </a:extLst>
          </p:cNvPr>
          <p:cNvSpPr txBox="1"/>
          <p:nvPr/>
        </p:nvSpPr>
        <p:spPr>
          <a:xfrm>
            <a:off x="7632954" y="1438068"/>
            <a:ext cx="114528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8" b="1" dirty="0">
                <a:solidFill>
                  <a:srgbClr val="172033"/>
                </a:solidFill>
                <a:latin typeface="Arial"/>
              </a:rPr>
              <a:t>Inference reasoning</a:t>
            </a:r>
            <a:endParaRPr lang="en-US" sz="668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D71BA97-2880-C84B-92BE-311A509AC39B}"/>
              </a:ext>
            </a:extLst>
          </p:cNvPr>
          <p:cNvSpPr txBox="1"/>
          <p:nvPr/>
        </p:nvSpPr>
        <p:spPr>
          <a:xfrm>
            <a:off x="7632954" y="1616376"/>
            <a:ext cx="11452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5F6B7A"/>
                </a:solidFill>
                <a:latin typeface="Arial"/>
              </a:rPr>
              <a:t>More work on hard problems</a:t>
            </a:r>
            <a:endParaRPr lang="en-US" sz="525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477EF38-C131-DAB8-69FE-9F17624F3977}"/>
              </a:ext>
            </a:extLst>
          </p:cNvPr>
          <p:cNvSpPr txBox="1"/>
          <p:nvPr/>
        </p:nvSpPr>
        <p:spPr>
          <a:xfrm>
            <a:off x="274320" y="2073572"/>
            <a:ext cx="370332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73" b="1" dirty="0">
                <a:solidFill>
                  <a:srgbClr val="2563A8"/>
                </a:solidFill>
                <a:latin typeface="Arial"/>
              </a:rPr>
              <a:t>THE UNLOCK: AUGMENT THE MODEL WITH A SYSTEM AROUND IT</a:t>
            </a:r>
            <a:endParaRPr lang="en-US" sz="773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94B160D-684B-2CD7-FE4B-CB763AC1FCF0}"/>
              </a:ext>
            </a:extLst>
          </p:cNvPr>
          <p:cNvSpPr/>
          <p:nvPr/>
        </p:nvSpPr>
        <p:spPr>
          <a:xfrm>
            <a:off x="274320" y="2306744"/>
            <a:ext cx="1940814" cy="1728216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DF11386-84EA-2714-4093-5AE8F90562FE}"/>
              </a:ext>
            </a:extLst>
          </p:cNvPr>
          <p:cNvSpPr/>
          <p:nvPr/>
        </p:nvSpPr>
        <p:spPr>
          <a:xfrm>
            <a:off x="432054" y="2471336"/>
            <a:ext cx="480060" cy="37719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cxnSp>
        <p:nvCxnSpPr>
          <p:cNvPr id="37" name="Connector 34">
            <a:extLst>
              <a:ext uri="{FF2B5EF4-FFF2-40B4-BE49-F238E27FC236}">
                <a16:creationId xmlns:a16="http://schemas.microsoft.com/office/drawing/2014/main" id="{F6B93C4C-9B0E-ECD4-4FD2-5D477DFE77C3}"/>
              </a:ext>
            </a:extLst>
          </p:cNvPr>
          <p:cNvCxnSpPr/>
          <p:nvPr/>
        </p:nvCxnSpPr>
        <p:spPr>
          <a:xfrm>
            <a:off x="534924" y="2615354"/>
            <a:ext cx="260604" cy="0"/>
          </a:xfrm>
          <a:prstGeom prst="line">
            <a:avLst/>
          </a:prstGeom>
          <a:ln w="21590">
            <a:solidFill>
              <a:srgbClr val="2563A8"/>
            </a:solidFill>
            <a:tailEnd type="none"/>
          </a:ln>
        </p:spPr>
      </p:cxnSp>
      <p:cxnSp>
        <p:nvCxnSpPr>
          <p:cNvPr id="38" name="Connector 35">
            <a:extLst>
              <a:ext uri="{FF2B5EF4-FFF2-40B4-BE49-F238E27FC236}">
                <a16:creationId xmlns:a16="http://schemas.microsoft.com/office/drawing/2014/main" id="{2A48E24E-0195-8EB4-2D5B-6B918421D1E9}"/>
              </a:ext>
            </a:extLst>
          </p:cNvPr>
          <p:cNvCxnSpPr/>
          <p:nvPr/>
        </p:nvCxnSpPr>
        <p:spPr>
          <a:xfrm>
            <a:off x="534924" y="2718224"/>
            <a:ext cx="205740" cy="0"/>
          </a:xfrm>
          <a:prstGeom prst="line">
            <a:avLst/>
          </a:prstGeom>
          <a:ln w="21590">
            <a:solidFill>
              <a:srgbClr val="2563A8"/>
            </a:solidFill>
            <a:tailEnd type="none"/>
          </a:ln>
        </p:spPr>
      </p:cxnSp>
      <p:sp>
        <p:nvSpPr>
          <p:cNvPr id="39" name="Text 36">
            <a:extLst>
              <a:ext uri="{FF2B5EF4-FFF2-40B4-BE49-F238E27FC236}">
                <a16:creationId xmlns:a16="http://schemas.microsoft.com/office/drawing/2014/main" id="{BDB463D9-D251-ECB2-D6C1-FEC5C3976909}"/>
              </a:ext>
            </a:extLst>
          </p:cNvPr>
          <p:cNvSpPr txBox="1"/>
          <p:nvPr/>
        </p:nvSpPr>
        <p:spPr>
          <a:xfrm>
            <a:off x="1035558" y="2485052"/>
            <a:ext cx="92583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2563A8"/>
                </a:solidFill>
                <a:latin typeface="Arial"/>
              </a:rPr>
              <a:t>FOUNDATION LLM</a:t>
            </a:r>
            <a:endParaRPr lang="en-US" sz="638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2F625AFE-9C44-4383-4E81-975153870576}"/>
              </a:ext>
            </a:extLst>
          </p:cNvPr>
          <p:cNvSpPr txBox="1"/>
          <p:nvPr/>
        </p:nvSpPr>
        <p:spPr>
          <a:xfrm>
            <a:off x="1035558" y="2677076"/>
            <a:ext cx="994410" cy="2880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35" b="1" dirty="0">
                <a:solidFill>
                  <a:srgbClr val="172033"/>
                </a:solidFill>
                <a:latin typeface="Arial"/>
              </a:rPr>
              <a:t>Think &amp;</a:t>
            </a:r>
            <a:endParaRPr lang="en-US" sz="1035"/>
          </a:p>
          <a:p>
            <a:pPr algn="l"/>
            <a:r>
              <a:rPr lang="en-US" sz="1035" b="1" dirty="0">
                <a:solidFill>
                  <a:srgbClr val="172033"/>
                </a:solidFill>
                <a:latin typeface="Arial"/>
              </a:rPr>
              <a:t>communicate</a:t>
            </a:r>
            <a:endParaRPr lang="en-US" sz="1035"/>
          </a:p>
        </p:txBody>
      </p:sp>
      <p:cxnSp>
        <p:nvCxnSpPr>
          <p:cNvPr id="41" name="Connector 38">
            <a:extLst>
              <a:ext uri="{FF2B5EF4-FFF2-40B4-BE49-F238E27FC236}">
                <a16:creationId xmlns:a16="http://schemas.microsoft.com/office/drawing/2014/main" id="{3A88B51B-78FD-06C6-8707-9639E8569D64}"/>
              </a:ext>
            </a:extLst>
          </p:cNvPr>
          <p:cNvCxnSpPr/>
          <p:nvPr/>
        </p:nvCxnSpPr>
        <p:spPr>
          <a:xfrm>
            <a:off x="432054" y="3067982"/>
            <a:ext cx="1611630" cy="0"/>
          </a:xfrm>
          <a:prstGeom prst="line">
            <a:avLst/>
          </a:prstGeom>
          <a:ln w="10160">
            <a:solidFill>
              <a:srgbClr val="D8DEE8"/>
            </a:solidFill>
            <a:tailEnd type="none"/>
          </a:ln>
        </p:spPr>
      </p:cxnSp>
      <p:sp>
        <p:nvSpPr>
          <p:cNvPr id="42" name="Circle 39">
            <a:extLst>
              <a:ext uri="{FF2B5EF4-FFF2-40B4-BE49-F238E27FC236}">
                <a16:creationId xmlns:a16="http://schemas.microsoft.com/office/drawing/2014/main" id="{BAB6BD20-BEF6-D449-34F1-12A7F19BEACE}"/>
              </a:ext>
            </a:extLst>
          </p:cNvPr>
          <p:cNvSpPr/>
          <p:nvPr/>
        </p:nvSpPr>
        <p:spPr>
          <a:xfrm>
            <a:off x="480060" y="3273722"/>
            <a:ext cx="82296" cy="82296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7A3BAF3-6819-13AA-4672-7028130FFC29}"/>
              </a:ext>
            </a:extLst>
          </p:cNvPr>
          <p:cNvSpPr txBox="1"/>
          <p:nvPr/>
        </p:nvSpPr>
        <p:spPr>
          <a:xfrm>
            <a:off x="637794" y="3246290"/>
            <a:ext cx="132359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13" dirty="0">
                <a:solidFill>
                  <a:srgbClr val="172033"/>
                </a:solidFill>
                <a:latin typeface="Arial"/>
              </a:rPr>
              <a:t>Understand language</a:t>
            </a:r>
            <a:endParaRPr lang="en-US" sz="713"/>
          </a:p>
        </p:txBody>
      </p:sp>
      <p:sp>
        <p:nvSpPr>
          <p:cNvPr id="44" name="Circle 41">
            <a:extLst>
              <a:ext uri="{FF2B5EF4-FFF2-40B4-BE49-F238E27FC236}">
                <a16:creationId xmlns:a16="http://schemas.microsoft.com/office/drawing/2014/main" id="{951F28DE-F080-9B0C-8CC5-8DBE70B10710}"/>
              </a:ext>
            </a:extLst>
          </p:cNvPr>
          <p:cNvSpPr/>
          <p:nvPr/>
        </p:nvSpPr>
        <p:spPr>
          <a:xfrm>
            <a:off x="480060" y="3506894"/>
            <a:ext cx="82296" cy="82296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7090803-A146-90CD-9ADE-AB82C1282329}"/>
              </a:ext>
            </a:extLst>
          </p:cNvPr>
          <p:cNvSpPr txBox="1"/>
          <p:nvPr/>
        </p:nvSpPr>
        <p:spPr>
          <a:xfrm>
            <a:off x="637794" y="3479462"/>
            <a:ext cx="132359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13" dirty="0">
                <a:solidFill>
                  <a:srgbClr val="172033"/>
                </a:solidFill>
                <a:latin typeface="Arial"/>
              </a:rPr>
              <a:t>Reason over context</a:t>
            </a:r>
            <a:endParaRPr lang="en-US" sz="713"/>
          </a:p>
        </p:txBody>
      </p:sp>
      <p:sp>
        <p:nvSpPr>
          <p:cNvPr id="46" name="Circle 43">
            <a:extLst>
              <a:ext uri="{FF2B5EF4-FFF2-40B4-BE49-F238E27FC236}">
                <a16:creationId xmlns:a16="http://schemas.microsoft.com/office/drawing/2014/main" id="{F68E9E4B-D8E4-4893-EFDF-95405D2C38B3}"/>
              </a:ext>
            </a:extLst>
          </p:cNvPr>
          <p:cNvSpPr/>
          <p:nvPr/>
        </p:nvSpPr>
        <p:spPr>
          <a:xfrm>
            <a:off x="480060" y="3740066"/>
            <a:ext cx="82296" cy="82296"/>
          </a:xfrm>
          <a:prstGeom prst="ellipse">
            <a:avLst/>
          </a:prstGeom>
          <a:solidFill>
            <a:srgbClr val="4B79B5"/>
          </a:solidFill>
          <a:ln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C1380BB0-9444-784F-2117-755DDBF44D24}"/>
              </a:ext>
            </a:extLst>
          </p:cNvPr>
          <p:cNvSpPr txBox="1"/>
          <p:nvPr/>
        </p:nvSpPr>
        <p:spPr>
          <a:xfrm>
            <a:off x="637794" y="3712634"/>
            <a:ext cx="1323594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13" dirty="0">
                <a:solidFill>
                  <a:srgbClr val="172033"/>
                </a:solidFill>
                <a:latin typeface="Arial"/>
              </a:rPr>
              <a:t>Generate a response</a:t>
            </a:r>
            <a:endParaRPr lang="en-US" sz="713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E67CE438-EA4B-71F9-E143-5FE500AEE0D1}"/>
              </a:ext>
            </a:extLst>
          </p:cNvPr>
          <p:cNvSpPr/>
          <p:nvPr/>
        </p:nvSpPr>
        <p:spPr>
          <a:xfrm>
            <a:off x="432054" y="3856652"/>
            <a:ext cx="1611630" cy="233172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E8F1FB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1ACF6937-FDB2-97B0-8509-82439599EDC8}"/>
              </a:ext>
            </a:extLst>
          </p:cNvPr>
          <p:cNvSpPr txBox="1"/>
          <p:nvPr/>
        </p:nvSpPr>
        <p:spPr>
          <a:xfrm>
            <a:off x="432054" y="3904658"/>
            <a:ext cx="161163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83" b="1" dirty="0">
                <a:solidFill>
                  <a:srgbClr val="2563A8"/>
                </a:solidFill>
                <a:latin typeface="Arial"/>
              </a:rPr>
              <a:t>OUTPUT: WORDS</a:t>
            </a:r>
            <a:endParaRPr lang="en-US" sz="683"/>
          </a:p>
        </p:txBody>
      </p:sp>
      <p:sp>
        <p:nvSpPr>
          <p:cNvPr id="50" name="Circle 47">
            <a:extLst>
              <a:ext uri="{FF2B5EF4-FFF2-40B4-BE49-F238E27FC236}">
                <a16:creationId xmlns:a16="http://schemas.microsoft.com/office/drawing/2014/main" id="{9272430E-66CF-CF88-97C6-E0B2B55095BA}"/>
              </a:ext>
            </a:extLst>
          </p:cNvPr>
          <p:cNvSpPr/>
          <p:nvPr/>
        </p:nvSpPr>
        <p:spPr>
          <a:xfrm>
            <a:off x="2290572" y="3033692"/>
            <a:ext cx="288036" cy="288036"/>
          </a:xfrm>
          <a:prstGeom prst="ellipse">
            <a:avLst/>
          </a:prstGeom>
          <a:solidFill>
            <a:srgbClr val="FFFFFF"/>
          </a:solidFill>
          <a:ln>
            <a:solidFill>
              <a:srgbClr val="53C7ED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C39C70BE-FFD3-633B-8A8F-F1A4A6715BAA}"/>
              </a:ext>
            </a:extLst>
          </p:cNvPr>
          <p:cNvSpPr txBox="1"/>
          <p:nvPr/>
        </p:nvSpPr>
        <p:spPr>
          <a:xfrm>
            <a:off x="2290572" y="3047408"/>
            <a:ext cx="288036" cy="2125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50" b="1" dirty="0">
                <a:solidFill>
                  <a:srgbClr val="087EA4"/>
                </a:solidFill>
                <a:latin typeface="Arial"/>
              </a:rPr>
              <a:t>+</a:t>
            </a:r>
            <a:endParaRPr lang="en-US" sz="165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1440EE2B-2F4A-F1AC-CF8B-D1E98929C23D}"/>
              </a:ext>
            </a:extLst>
          </p:cNvPr>
          <p:cNvSpPr/>
          <p:nvPr/>
        </p:nvSpPr>
        <p:spPr>
          <a:xfrm>
            <a:off x="2660904" y="2306744"/>
            <a:ext cx="3374136" cy="1728216"/>
          </a:xfrm>
          <a:prstGeom prst="roundRect">
            <a:avLst/>
          </a:prstGeom>
          <a:solidFill>
            <a:srgbClr val="F3FBFE"/>
          </a:solidFill>
          <a:ln w="12700">
            <a:solidFill>
              <a:srgbClr val="20A7D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738F1459-8461-D569-A727-8E1AE37A8046}"/>
              </a:ext>
            </a:extLst>
          </p:cNvPr>
          <p:cNvSpPr txBox="1"/>
          <p:nvPr/>
        </p:nvSpPr>
        <p:spPr>
          <a:xfrm>
            <a:off x="2825496" y="2450762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087EA4"/>
                </a:solidFill>
                <a:latin typeface="Arial"/>
              </a:rPr>
              <a:t>AUGMENTATION LAYER</a:t>
            </a:r>
            <a:endParaRPr lang="en-US" sz="638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8B498E69-2D1B-315F-2B4B-F93ED6EA2B24}"/>
              </a:ext>
            </a:extLst>
          </p:cNvPr>
          <p:cNvSpPr txBox="1"/>
          <p:nvPr/>
        </p:nvSpPr>
        <p:spPr>
          <a:xfrm>
            <a:off x="2825496" y="2642786"/>
            <a:ext cx="2948940" cy="1783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 b="1" dirty="0">
                <a:solidFill>
                  <a:srgbClr val="172033"/>
                </a:solidFill>
                <a:latin typeface="Arial"/>
              </a:rPr>
              <a:t>Give the model context and capabilities</a:t>
            </a:r>
            <a:endParaRPr lang="en-US" sz="105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666E59CB-CF4B-7532-9812-6CDE31D4CFC9}"/>
              </a:ext>
            </a:extLst>
          </p:cNvPr>
          <p:cNvSpPr/>
          <p:nvPr/>
        </p:nvSpPr>
        <p:spPr>
          <a:xfrm>
            <a:off x="2825496" y="2896532"/>
            <a:ext cx="1474470" cy="4251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C3E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6" name="Circle 53">
            <a:extLst>
              <a:ext uri="{FF2B5EF4-FFF2-40B4-BE49-F238E27FC236}">
                <a16:creationId xmlns:a16="http://schemas.microsoft.com/office/drawing/2014/main" id="{201A03C6-FA01-E123-6FB9-2CD6C3292BAB}"/>
              </a:ext>
            </a:extLst>
          </p:cNvPr>
          <p:cNvSpPr/>
          <p:nvPr/>
        </p:nvSpPr>
        <p:spPr>
          <a:xfrm>
            <a:off x="2928366" y="3013118"/>
            <a:ext cx="198882" cy="198882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7C5EF785-65EB-5AF5-E5DB-D083DEAA1350}"/>
              </a:ext>
            </a:extLst>
          </p:cNvPr>
          <p:cNvSpPr txBox="1"/>
          <p:nvPr/>
        </p:nvSpPr>
        <p:spPr>
          <a:xfrm>
            <a:off x="2928366" y="3047408"/>
            <a:ext cx="198882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2563A8"/>
                </a:solidFill>
                <a:latin typeface="Arial"/>
              </a:rPr>
              <a:t>+</a:t>
            </a:r>
            <a:endParaRPr lang="en-US" sz="788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963BC3B2-EF0C-24CC-801A-78E42CEE9E34}"/>
              </a:ext>
            </a:extLst>
          </p:cNvPr>
          <p:cNvSpPr txBox="1"/>
          <p:nvPr/>
        </p:nvSpPr>
        <p:spPr>
          <a:xfrm>
            <a:off x="3188970" y="2985686"/>
            <a:ext cx="100812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2563A8"/>
                </a:solidFill>
                <a:latin typeface="Arial"/>
              </a:rPr>
              <a:t>Context &amp; memory</a:t>
            </a:r>
            <a:endParaRPr lang="en-US" sz="638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09FC2D3F-7317-F66F-A00C-EAE08AC821CE}"/>
              </a:ext>
            </a:extLst>
          </p:cNvPr>
          <p:cNvSpPr txBox="1"/>
          <p:nvPr/>
        </p:nvSpPr>
        <p:spPr>
          <a:xfrm>
            <a:off x="3188970" y="3150278"/>
            <a:ext cx="104241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18" dirty="0">
                <a:solidFill>
                  <a:srgbClr val="5F6B7A"/>
                </a:solidFill>
                <a:latin typeface="Arial"/>
              </a:rPr>
              <a:t>Relevant knowledge and state</a:t>
            </a:r>
            <a:endParaRPr lang="en-US" sz="518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E57BD9DD-93FE-3732-1F84-A7EB43EE6E63}"/>
              </a:ext>
            </a:extLst>
          </p:cNvPr>
          <p:cNvSpPr/>
          <p:nvPr/>
        </p:nvSpPr>
        <p:spPr>
          <a:xfrm>
            <a:off x="4402836" y="2896532"/>
            <a:ext cx="1474470" cy="4251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D8BE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Circle 58">
            <a:extLst>
              <a:ext uri="{FF2B5EF4-FFF2-40B4-BE49-F238E27FC236}">
                <a16:creationId xmlns:a16="http://schemas.microsoft.com/office/drawing/2014/main" id="{697F438E-C1CE-640A-637B-A192AF2A89F0}"/>
              </a:ext>
            </a:extLst>
          </p:cNvPr>
          <p:cNvSpPr/>
          <p:nvPr/>
        </p:nvSpPr>
        <p:spPr>
          <a:xfrm>
            <a:off x="4505706" y="3013118"/>
            <a:ext cx="198882" cy="198882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334F4FA1-9ED0-197D-D500-54B722879EB1}"/>
              </a:ext>
            </a:extLst>
          </p:cNvPr>
          <p:cNvSpPr txBox="1"/>
          <p:nvPr/>
        </p:nvSpPr>
        <p:spPr>
          <a:xfrm>
            <a:off x="4505706" y="3047408"/>
            <a:ext cx="198882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168653"/>
                </a:solidFill>
                <a:latin typeface="Arial"/>
              </a:rPr>
              <a:t>+</a:t>
            </a:r>
            <a:endParaRPr lang="en-US" sz="788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7F41FD2E-4865-874B-EC31-1CF48BEE122A}"/>
              </a:ext>
            </a:extLst>
          </p:cNvPr>
          <p:cNvSpPr txBox="1"/>
          <p:nvPr/>
        </p:nvSpPr>
        <p:spPr>
          <a:xfrm>
            <a:off x="4766310" y="2985686"/>
            <a:ext cx="100812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168653"/>
                </a:solidFill>
                <a:latin typeface="Arial"/>
              </a:rPr>
              <a:t>Tools &amp; APIs</a:t>
            </a:r>
            <a:endParaRPr lang="en-US" sz="638"/>
          </a:p>
        </p:txBody>
      </p:sp>
      <p:sp>
        <p:nvSpPr>
          <p:cNvPr id="65" name="Text 61">
            <a:extLst>
              <a:ext uri="{FF2B5EF4-FFF2-40B4-BE49-F238E27FC236}">
                <a16:creationId xmlns:a16="http://schemas.microsoft.com/office/drawing/2014/main" id="{786911DF-D746-EC8A-9439-F8801574F672}"/>
              </a:ext>
            </a:extLst>
          </p:cNvPr>
          <p:cNvSpPr txBox="1"/>
          <p:nvPr/>
        </p:nvSpPr>
        <p:spPr>
          <a:xfrm>
            <a:off x="4766310" y="3150278"/>
            <a:ext cx="104241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18" dirty="0">
                <a:solidFill>
                  <a:srgbClr val="5F6B7A"/>
                </a:solidFill>
                <a:latin typeface="Arial"/>
              </a:rPr>
              <a:t>Search, calculate, transact</a:t>
            </a:r>
            <a:endParaRPr lang="en-US" sz="518"/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9934C179-AE74-1D17-DFCB-0E12EBB0F364}"/>
              </a:ext>
            </a:extLst>
          </p:cNvPr>
          <p:cNvSpPr/>
          <p:nvPr/>
        </p:nvSpPr>
        <p:spPr>
          <a:xfrm>
            <a:off x="2825496" y="3431456"/>
            <a:ext cx="1474470" cy="4251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B26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69" name="Circle 63">
            <a:extLst>
              <a:ext uri="{FF2B5EF4-FFF2-40B4-BE49-F238E27FC236}">
                <a16:creationId xmlns:a16="http://schemas.microsoft.com/office/drawing/2014/main" id="{78C14DF9-C956-BC86-6CD8-495EBABE163B}"/>
              </a:ext>
            </a:extLst>
          </p:cNvPr>
          <p:cNvSpPr/>
          <p:nvPr/>
        </p:nvSpPr>
        <p:spPr>
          <a:xfrm>
            <a:off x="2928366" y="3548042"/>
            <a:ext cx="198882" cy="198882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A9EE6B9A-314A-3E38-3E16-22ACCA128BB8}"/>
              </a:ext>
            </a:extLst>
          </p:cNvPr>
          <p:cNvSpPr txBox="1"/>
          <p:nvPr/>
        </p:nvSpPr>
        <p:spPr>
          <a:xfrm>
            <a:off x="2928366" y="3582332"/>
            <a:ext cx="198882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B65F00"/>
                </a:solidFill>
                <a:latin typeface="Arial"/>
              </a:rPr>
              <a:t>&gt;_</a:t>
            </a:r>
            <a:endParaRPr lang="en-US" sz="788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5E5A16EF-50E9-5A17-4ED9-F3AC4AA952E6}"/>
              </a:ext>
            </a:extLst>
          </p:cNvPr>
          <p:cNvSpPr txBox="1"/>
          <p:nvPr/>
        </p:nvSpPr>
        <p:spPr>
          <a:xfrm>
            <a:off x="3188970" y="3520610"/>
            <a:ext cx="100812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B65F00"/>
                </a:solidFill>
                <a:latin typeface="Arial"/>
              </a:rPr>
              <a:t>Runtime &amp; terminal</a:t>
            </a:r>
            <a:endParaRPr lang="en-US" sz="638"/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CB9809DA-E189-CA7E-A552-17C14F222C2D}"/>
              </a:ext>
            </a:extLst>
          </p:cNvPr>
          <p:cNvSpPr txBox="1"/>
          <p:nvPr/>
        </p:nvSpPr>
        <p:spPr>
          <a:xfrm>
            <a:off x="3188970" y="3685202"/>
            <a:ext cx="104241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18" dirty="0">
                <a:solidFill>
                  <a:srgbClr val="5F6B7A"/>
                </a:solidFill>
                <a:latin typeface="Arial"/>
              </a:rPr>
              <a:t>Execute code and commands</a:t>
            </a:r>
            <a:endParaRPr lang="en-US" sz="518"/>
          </a:p>
        </p:txBody>
      </p:sp>
      <p:sp>
        <p:nvSpPr>
          <p:cNvPr id="73" name="Shape 67">
            <a:extLst>
              <a:ext uri="{FF2B5EF4-FFF2-40B4-BE49-F238E27FC236}">
                <a16:creationId xmlns:a16="http://schemas.microsoft.com/office/drawing/2014/main" id="{A1F9AC81-BDD7-B7F4-CEED-234BD6F6B465}"/>
              </a:ext>
            </a:extLst>
          </p:cNvPr>
          <p:cNvSpPr/>
          <p:nvPr/>
        </p:nvSpPr>
        <p:spPr>
          <a:xfrm>
            <a:off x="4402836" y="3431456"/>
            <a:ext cx="1474470" cy="4251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AFE0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4" name="Circle 68">
            <a:extLst>
              <a:ext uri="{FF2B5EF4-FFF2-40B4-BE49-F238E27FC236}">
                <a16:creationId xmlns:a16="http://schemas.microsoft.com/office/drawing/2014/main" id="{26233DCC-D61F-BA67-2F3D-04474AA7EF98}"/>
              </a:ext>
            </a:extLst>
          </p:cNvPr>
          <p:cNvSpPr/>
          <p:nvPr/>
        </p:nvSpPr>
        <p:spPr>
          <a:xfrm>
            <a:off x="4505706" y="3548042"/>
            <a:ext cx="198882" cy="198882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5" name="Text 69">
            <a:extLst>
              <a:ext uri="{FF2B5EF4-FFF2-40B4-BE49-F238E27FC236}">
                <a16:creationId xmlns:a16="http://schemas.microsoft.com/office/drawing/2014/main" id="{71493BE1-8B35-E29A-F93F-860CA23CBD49}"/>
              </a:ext>
            </a:extLst>
          </p:cNvPr>
          <p:cNvSpPr txBox="1"/>
          <p:nvPr/>
        </p:nvSpPr>
        <p:spPr>
          <a:xfrm>
            <a:off x="4505706" y="3582332"/>
            <a:ext cx="198882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7651A8"/>
                </a:solidFill>
                <a:latin typeface="Arial"/>
              </a:rPr>
              <a:t>✓</a:t>
            </a:r>
            <a:endParaRPr lang="en-US" sz="788"/>
          </a:p>
        </p:txBody>
      </p:sp>
      <p:sp>
        <p:nvSpPr>
          <p:cNvPr id="76" name="Text 70">
            <a:extLst>
              <a:ext uri="{FF2B5EF4-FFF2-40B4-BE49-F238E27FC236}">
                <a16:creationId xmlns:a16="http://schemas.microsoft.com/office/drawing/2014/main" id="{CFB152BC-4141-D723-026A-2792141DFD49}"/>
              </a:ext>
            </a:extLst>
          </p:cNvPr>
          <p:cNvSpPr txBox="1"/>
          <p:nvPr/>
        </p:nvSpPr>
        <p:spPr>
          <a:xfrm>
            <a:off x="4766310" y="3520610"/>
            <a:ext cx="100812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7651A8"/>
                </a:solidFill>
                <a:latin typeface="Arial"/>
              </a:rPr>
              <a:t>Orchestration</a:t>
            </a:r>
            <a:endParaRPr lang="en-US" sz="638"/>
          </a:p>
        </p:txBody>
      </p:sp>
      <p:sp>
        <p:nvSpPr>
          <p:cNvPr id="77" name="Text 71">
            <a:extLst>
              <a:ext uri="{FF2B5EF4-FFF2-40B4-BE49-F238E27FC236}">
                <a16:creationId xmlns:a16="http://schemas.microsoft.com/office/drawing/2014/main" id="{D112D1AA-FBC7-098F-AC56-CECFFC4B147C}"/>
              </a:ext>
            </a:extLst>
          </p:cNvPr>
          <p:cNvSpPr txBox="1"/>
          <p:nvPr/>
        </p:nvSpPr>
        <p:spPr>
          <a:xfrm>
            <a:off x="4766310" y="3685202"/>
            <a:ext cx="104241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18" dirty="0">
                <a:solidFill>
                  <a:srgbClr val="5F6B7A"/>
                </a:solidFill>
                <a:latin typeface="Arial"/>
              </a:rPr>
              <a:t>Planning, controls, guardrails</a:t>
            </a:r>
            <a:endParaRPr lang="en-US" sz="518"/>
          </a:p>
        </p:txBody>
      </p:sp>
      <p:cxnSp>
        <p:nvCxnSpPr>
          <p:cNvPr id="78" name="Connector 72">
            <a:extLst>
              <a:ext uri="{FF2B5EF4-FFF2-40B4-BE49-F238E27FC236}">
                <a16:creationId xmlns:a16="http://schemas.microsoft.com/office/drawing/2014/main" id="{5C610863-7611-CCD7-9894-129710D92148}"/>
              </a:ext>
            </a:extLst>
          </p:cNvPr>
          <p:cNvCxnSpPr/>
          <p:nvPr/>
        </p:nvCxnSpPr>
        <p:spPr>
          <a:xfrm>
            <a:off x="6048756" y="3170852"/>
            <a:ext cx="342900" cy="0"/>
          </a:xfrm>
          <a:prstGeom prst="line">
            <a:avLst/>
          </a:prstGeom>
          <a:ln w="31750">
            <a:solidFill>
              <a:srgbClr val="168653"/>
            </a:solidFill>
            <a:tailEnd type="triangle"/>
          </a:ln>
        </p:spPr>
      </p:cxnSp>
      <p:sp>
        <p:nvSpPr>
          <p:cNvPr id="79" name="Shape 73">
            <a:extLst>
              <a:ext uri="{FF2B5EF4-FFF2-40B4-BE49-F238E27FC236}">
                <a16:creationId xmlns:a16="http://schemas.microsoft.com/office/drawing/2014/main" id="{E7A781D4-5227-C0DD-BA97-E3E9A03B2741}"/>
              </a:ext>
            </a:extLst>
          </p:cNvPr>
          <p:cNvSpPr/>
          <p:nvPr/>
        </p:nvSpPr>
        <p:spPr>
          <a:xfrm>
            <a:off x="6515100" y="2306744"/>
            <a:ext cx="2352294" cy="1728216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0" name="Text 74">
            <a:extLst>
              <a:ext uri="{FF2B5EF4-FFF2-40B4-BE49-F238E27FC236}">
                <a16:creationId xmlns:a16="http://schemas.microsoft.com/office/drawing/2014/main" id="{F054B852-9C1B-3D31-0E53-0C9BBFAEBF35}"/>
              </a:ext>
            </a:extLst>
          </p:cNvPr>
          <p:cNvSpPr txBox="1"/>
          <p:nvPr/>
        </p:nvSpPr>
        <p:spPr>
          <a:xfrm>
            <a:off x="6686550" y="2450762"/>
            <a:ext cx="116586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168653"/>
                </a:solidFill>
                <a:latin typeface="Arial"/>
              </a:rPr>
              <a:t>AGENTIC AI SYSTEM</a:t>
            </a:r>
            <a:endParaRPr lang="en-US" sz="638"/>
          </a:p>
        </p:txBody>
      </p:sp>
      <p:sp>
        <p:nvSpPr>
          <p:cNvPr id="81" name="Text 75">
            <a:extLst>
              <a:ext uri="{FF2B5EF4-FFF2-40B4-BE49-F238E27FC236}">
                <a16:creationId xmlns:a16="http://schemas.microsoft.com/office/drawing/2014/main" id="{E6667F31-B651-0F27-376D-6B84D93DD687}"/>
              </a:ext>
            </a:extLst>
          </p:cNvPr>
          <p:cNvSpPr txBox="1"/>
          <p:nvPr/>
        </p:nvSpPr>
        <p:spPr>
          <a:xfrm>
            <a:off x="6686550" y="2642786"/>
            <a:ext cx="2091690" cy="1783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50" b="1" dirty="0">
                <a:solidFill>
                  <a:srgbClr val="172033"/>
                </a:solidFill>
                <a:latin typeface="Arial"/>
              </a:rPr>
              <a:t>Reason, act, and adapt (</a:t>
            </a:r>
            <a:r>
              <a:rPr lang="en-US" altLang="zh-CN" sz="1050" b="1" dirty="0" err="1">
                <a:solidFill>
                  <a:srgbClr val="172033"/>
                </a:solidFill>
                <a:latin typeface="Arial"/>
              </a:rPr>
              <a:t>ReACT</a:t>
            </a:r>
            <a:r>
              <a:rPr lang="en-US" altLang="zh-CN" sz="1050" b="1" dirty="0">
                <a:solidFill>
                  <a:srgbClr val="172033"/>
                </a:solidFill>
                <a:latin typeface="Arial"/>
              </a:rPr>
              <a:t>)</a:t>
            </a:r>
            <a:endParaRPr lang="en-US" sz="1050" dirty="0"/>
          </a:p>
        </p:txBody>
      </p:sp>
      <p:sp>
        <p:nvSpPr>
          <p:cNvPr id="82" name="Circle 76">
            <a:extLst>
              <a:ext uri="{FF2B5EF4-FFF2-40B4-BE49-F238E27FC236}">
                <a16:creationId xmlns:a16="http://schemas.microsoft.com/office/drawing/2014/main" id="{9EC3C6BE-BDE5-C96E-4BF6-4B54192BCA11}"/>
              </a:ext>
            </a:extLst>
          </p:cNvPr>
          <p:cNvSpPr/>
          <p:nvPr/>
        </p:nvSpPr>
        <p:spPr>
          <a:xfrm>
            <a:off x="7252244" y="2966168"/>
            <a:ext cx="973836" cy="973836"/>
          </a:xfrm>
          <a:prstGeom prst="ellipse">
            <a:avLst/>
          </a:prstGeom>
          <a:solidFill>
            <a:srgbClr val="FFFFFF"/>
          </a:solidFill>
          <a:ln>
            <a:solidFill>
              <a:srgbClr val="A9D8BE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3" name="Circle 77">
            <a:extLst>
              <a:ext uri="{FF2B5EF4-FFF2-40B4-BE49-F238E27FC236}">
                <a16:creationId xmlns:a16="http://schemas.microsoft.com/office/drawing/2014/main" id="{5A775DB1-A929-7CB9-DED6-16D5C67B1C2D}"/>
              </a:ext>
            </a:extLst>
          </p:cNvPr>
          <p:cNvSpPr/>
          <p:nvPr/>
        </p:nvSpPr>
        <p:spPr>
          <a:xfrm>
            <a:off x="7560854" y="3261062"/>
            <a:ext cx="377190" cy="377190"/>
          </a:xfrm>
          <a:prstGeom prst="ellipse">
            <a:avLst/>
          </a:prstGeom>
          <a:solidFill>
            <a:srgbClr val="E1F5E9"/>
          </a:solidFill>
          <a:ln>
            <a:solidFill>
              <a:srgbClr val="E1F5E9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4" name="Text 78">
            <a:extLst>
              <a:ext uri="{FF2B5EF4-FFF2-40B4-BE49-F238E27FC236}">
                <a16:creationId xmlns:a16="http://schemas.microsoft.com/office/drawing/2014/main" id="{16FACD4A-F9C2-ADA5-4A42-27B9383F6413}"/>
              </a:ext>
            </a:extLst>
          </p:cNvPr>
          <p:cNvSpPr txBox="1"/>
          <p:nvPr/>
        </p:nvSpPr>
        <p:spPr>
          <a:xfrm>
            <a:off x="7560854" y="3343358"/>
            <a:ext cx="377190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168653"/>
                </a:solidFill>
                <a:latin typeface="Arial"/>
              </a:rPr>
              <a:t>GOAL</a:t>
            </a:r>
            <a:endParaRPr lang="en-US" sz="585"/>
          </a:p>
        </p:txBody>
      </p:sp>
      <p:sp>
        <p:nvSpPr>
          <p:cNvPr id="85" name="Text 79">
            <a:extLst>
              <a:ext uri="{FF2B5EF4-FFF2-40B4-BE49-F238E27FC236}">
                <a16:creationId xmlns:a16="http://schemas.microsoft.com/office/drawing/2014/main" id="{F12E5579-CC3D-BD9F-00BE-E0516ED01583}"/>
              </a:ext>
            </a:extLst>
          </p:cNvPr>
          <p:cNvSpPr txBox="1"/>
          <p:nvPr/>
        </p:nvSpPr>
        <p:spPr>
          <a:xfrm>
            <a:off x="7560854" y="3459944"/>
            <a:ext cx="377190" cy="891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465" dirty="0">
                <a:solidFill>
                  <a:srgbClr val="172033"/>
                </a:solidFill>
                <a:latin typeface="Arial"/>
              </a:rPr>
              <a:t>completion</a:t>
            </a:r>
            <a:endParaRPr lang="en-US" sz="465"/>
          </a:p>
        </p:txBody>
      </p:sp>
      <p:sp>
        <p:nvSpPr>
          <p:cNvPr id="86" name="Shape 80">
            <a:extLst>
              <a:ext uri="{FF2B5EF4-FFF2-40B4-BE49-F238E27FC236}">
                <a16:creationId xmlns:a16="http://schemas.microsoft.com/office/drawing/2014/main" id="{FEE8091E-2B31-1998-B8C9-036F2DC174E5}"/>
              </a:ext>
            </a:extLst>
          </p:cNvPr>
          <p:cNvSpPr/>
          <p:nvPr/>
        </p:nvSpPr>
        <p:spPr>
          <a:xfrm>
            <a:off x="7439169" y="2897588"/>
            <a:ext cx="582930" cy="1714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7" name="Text 81">
            <a:extLst>
              <a:ext uri="{FF2B5EF4-FFF2-40B4-BE49-F238E27FC236}">
                <a16:creationId xmlns:a16="http://schemas.microsoft.com/office/drawing/2014/main" id="{CCA8B6D6-2661-8924-1A66-83AE94F03E24}"/>
              </a:ext>
            </a:extLst>
          </p:cNvPr>
          <p:cNvSpPr txBox="1"/>
          <p:nvPr/>
        </p:nvSpPr>
        <p:spPr>
          <a:xfrm>
            <a:off x="7439169" y="2931878"/>
            <a:ext cx="582930" cy="891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03" b="1" dirty="0">
                <a:solidFill>
                  <a:srgbClr val="2563A8"/>
                </a:solidFill>
                <a:latin typeface="Arial"/>
              </a:rPr>
              <a:t>UNDERSTAND</a:t>
            </a:r>
            <a:endParaRPr lang="en-US" sz="503"/>
          </a:p>
        </p:txBody>
      </p:sp>
      <p:sp>
        <p:nvSpPr>
          <p:cNvPr id="88" name="Shape 82">
            <a:extLst>
              <a:ext uri="{FF2B5EF4-FFF2-40B4-BE49-F238E27FC236}">
                <a16:creationId xmlns:a16="http://schemas.microsoft.com/office/drawing/2014/main" id="{F9656474-13DE-D30C-3792-C6210A41B83D}"/>
              </a:ext>
            </a:extLst>
          </p:cNvPr>
          <p:cNvSpPr/>
          <p:nvPr/>
        </p:nvSpPr>
        <p:spPr>
          <a:xfrm>
            <a:off x="8093668" y="3274778"/>
            <a:ext cx="342900" cy="1714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9" name="Text 83">
            <a:extLst>
              <a:ext uri="{FF2B5EF4-FFF2-40B4-BE49-F238E27FC236}">
                <a16:creationId xmlns:a16="http://schemas.microsoft.com/office/drawing/2014/main" id="{936977F9-1C71-F01B-AB85-38BBE04F9805}"/>
              </a:ext>
            </a:extLst>
          </p:cNvPr>
          <p:cNvSpPr txBox="1"/>
          <p:nvPr/>
        </p:nvSpPr>
        <p:spPr>
          <a:xfrm>
            <a:off x="8093668" y="3309068"/>
            <a:ext cx="342900" cy="891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03" b="1" dirty="0">
                <a:solidFill>
                  <a:srgbClr val="B65F00"/>
                </a:solidFill>
                <a:latin typeface="Arial"/>
              </a:rPr>
              <a:t>PLAN</a:t>
            </a:r>
            <a:endParaRPr lang="en-US" sz="503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8B159066-FCE7-A6F7-2947-ABDFCE37576F}"/>
              </a:ext>
            </a:extLst>
          </p:cNvPr>
          <p:cNvSpPr/>
          <p:nvPr/>
        </p:nvSpPr>
        <p:spPr>
          <a:xfrm>
            <a:off x="7592680" y="3849616"/>
            <a:ext cx="322326" cy="1714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1" name="Text 85">
            <a:extLst>
              <a:ext uri="{FF2B5EF4-FFF2-40B4-BE49-F238E27FC236}">
                <a16:creationId xmlns:a16="http://schemas.microsoft.com/office/drawing/2014/main" id="{B2BF23B8-7877-E296-B085-B6DF50907684}"/>
              </a:ext>
            </a:extLst>
          </p:cNvPr>
          <p:cNvSpPr txBox="1"/>
          <p:nvPr/>
        </p:nvSpPr>
        <p:spPr>
          <a:xfrm>
            <a:off x="7592680" y="3883906"/>
            <a:ext cx="322326" cy="891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03" b="1" dirty="0">
                <a:solidFill>
                  <a:srgbClr val="168653"/>
                </a:solidFill>
                <a:latin typeface="Arial"/>
              </a:rPr>
              <a:t>ACT</a:t>
            </a:r>
            <a:endParaRPr lang="en-US" sz="503"/>
          </a:p>
        </p:txBody>
      </p:sp>
      <p:sp>
        <p:nvSpPr>
          <p:cNvPr id="92" name="Shape 86">
            <a:extLst>
              <a:ext uri="{FF2B5EF4-FFF2-40B4-BE49-F238E27FC236}">
                <a16:creationId xmlns:a16="http://schemas.microsoft.com/office/drawing/2014/main" id="{E2713F73-F964-F311-5359-2ACF764BE338}"/>
              </a:ext>
            </a:extLst>
          </p:cNvPr>
          <p:cNvSpPr/>
          <p:nvPr/>
        </p:nvSpPr>
        <p:spPr>
          <a:xfrm>
            <a:off x="7009576" y="3274778"/>
            <a:ext cx="438912" cy="1714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3" name="Text 87">
            <a:extLst>
              <a:ext uri="{FF2B5EF4-FFF2-40B4-BE49-F238E27FC236}">
                <a16:creationId xmlns:a16="http://schemas.microsoft.com/office/drawing/2014/main" id="{6DD0C39B-862D-28BE-BC65-D652EDFA1CBB}"/>
              </a:ext>
            </a:extLst>
          </p:cNvPr>
          <p:cNvSpPr txBox="1"/>
          <p:nvPr/>
        </p:nvSpPr>
        <p:spPr>
          <a:xfrm>
            <a:off x="7009576" y="3309068"/>
            <a:ext cx="438912" cy="891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03" b="1" dirty="0">
                <a:solidFill>
                  <a:srgbClr val="7651A8"/>
                </a:solidFill>
                <a:latin typeface="Arial"/>
              </a:rPr>
              <a:t>OBSERVE</a:t>
            </a:r>
            <a:endParaRPr lang="en-US" sz="503" dirty="0"/>
          </a:p>
        </p:txBody>
      </p:sp>
      <p:cxnSp>
        <p:nvCxnSpPr>
          <p:cNvPr id="94" name="Connector 88">
            <a:extLst>
              <a:ext uri="{FF2B5EF4-FFF2-40B4-BE49-F238E27FC236}">
                <a16:creationId xmlns:a16="http://schemas.microsoft.com/office/drawing/2014/main" id="{DF781953-87F8-6263-808B-69EA51F349CE}"/>
              </a:ext>
            </a:extLst>
          </p:cNvPr>
          <p:cNvCxnSpPr>
            <a:cxnSpLocks/>
            <a:stCxn id="87" idx="3"/>
            <a:endCxn id="88" idx="0"/>
          </p:cNvCxnSpPr>
          <p:nvPr/>
        </p:nvCxnSpPr>
        <p:spPr>
          <a:xfrm>
            <a:off x="8022099" y="2976455"/>
            <a:ext cx="243019" cy="298323"/>
          </a:xfrm>
          <a:prstGeom prst="line">
            <a:avLst/>
          </a:prstGeom>
          <a:ln w="13970">
            <a:solidFill>
              <a:srgbClr val="7F8EA3"/>
            </a:solidFill>
            <a:tailEnd type="triangle"/>
          </a:ln>
        </p:spPr>
      </p:cxnSp>
      <p:cxnSp>
        <p:nvCxnSpPr>
          <p:cNvPr id="95" name="Connector 89">
            <a:extLst>
              <a:ext uri="{FF2B5EF4-FFF2-40B4-BE49-F238E27FC236}">
                <a16:creationId xmlns:a16="http://schemas.microsoft.com/office/drawing/2014/main" id="{40880FD2-D138-174F-D2FE-9C8D2411EB24}"/>
              </a:ext>
            </a:extLst>
          </p:cNvPr>
          <p:cNvCxnSpPr>
            <a:cxnSpLocks/>
            <a:stCxn id="82" idx="6"/>
            <a:endCxn id="91" idx="3"/>
          </p:cNvCxnSpPr>
          <p:nvPr/>
        </p:nvCxnSpPr>
        <p:spPr>
          <a:xfrm flipH="1">
            <a:off x="7915006" y="3453086"/>
            <a:ext cx="311074" cy="475397"/>
          </a:xfrm>
          <a:prstGeom prst="line">
            <a:avLst/>
          </a:prstGeom>
          <a:ln w="13970">
            <a:solidFill>
              <a:srgbClr val="7F8EA3"/>
            </a:solidFill>
            <a:tailEnd type="triangle"/>
          </a:ln>
        </p:spPr>
      </p:cxnSp>
      <p:cxnSp>
        <p:nvCxnSpPr>
          <p:cNvPr id="96" name="Connector 90">
            <a:extLst>
              <a:ext uri="{FF2B5EF4-FFF2-40B4-BE49-F238E27FC236}">
                <a16:creationId xmlns:a16="http://schemas.microsoft.com/office/drawing/2014/main" id="{79D69E60-1107-43E7-66DB-4A3BB7B522FA}"/>
              </a:ext>
            </a:extLst>
          </p:cNvPr>
          <p:cNvCxnSpPr/>
          <p:nvPr/>
        </p:nvCxnSpPr>
        <p:spPr>
          <a:xfrm>
            <a:off x="7565248" y="3863332"/>
            <a:ext cx="0" cy="0"/>
          </a:xfrm>
          <a:prstGeom prst="line">
            <a:avLst/>
          </a:prstGeom>
          <a:ln w="13970">
            <a:solidFill>
              <a:srgbClr val="7F8EA3"/>
            </a:solidFill>
            <a:tailEnd type="triangle"/>
          </a:ln>
        </p:spPr>
      </p:cxnSp>
      <p:cxnSp>
        <p:nvCxnSpPr>
          <p:cNvPr id="97" name="Connector 91">
            <a:extLst>
              <a:ext uri="{FF2B5EF4-FFF2-40B4-BE49-F238E27FC236}">
                <a16:creationId xmlns:a16="http://schemas.microsoft.com/office/drawing/2014/main" id="{E126A94E-4CC8-69AD-5A35-305CAC7E5740}"/>
              </a:ext>
            </a:extLst>
          </p:cNvPr>
          <p:cNvCxnSpPr>
            <a:cxnSpLocks/>
            <a:stCxn id="92" idx="0"/>
            <a:endCxn id="87" idx="1"/>
          </p:cNvCxnSpPr>
          <p:nvPr/>
        </p:nvCxnSpPr>
        <p:spPr>
          <a:xfrm flipV="1">
            <a:off x="7229032" y="2976455"/>
            <a:ext cx="210137" cy="298323"/>
          </a:xfrm>
          <a:prstGeom prst="line">
            <a:avLst/>
          </a:prstGeom>
          <a:ln w="13970">
            <a:solidFill>
              <a:srgbClr val="7F8EA3"/>
            </a:solidFill>
            <a:tailEnd type="triangle"/>
          </a:ln>
        </p:spPr>
      </p:cxnSp>
      <p:sp>
        <p:nvSpPr>
          <p:cNvPr id="98" name="Shape 92">
            <a:extLst>
              <a:ext uri="{FF2B5EF4-FFF2-40B4-BE49-F238E27FC236}">
                <a16:creationId xmlns:a16="http://schemas.microsoft.com/office/drawing/2014/main" id="{26D760D8-2145-845D-E5CE-8640DBDE8953}"/>
              </a:ext>
            </a:extLst>
          </p:cNvPr>
          <p:cNvSpPr/>
          <p:nvPr/>
        </p:nvSpPr>
        <p:spPr>
          <a:xfrm>
            <a:off x="984123" y="4487249"/>
            <a:ext cx="7579585" cy="554437"/>
          </a:xfrm>
          <a:prstGeom prst="roundRect">
            <a:avLst/>
          </a:prstGeom>
          <a:noFill/>
          <a:ln w="12700">
            <a:noFill/>
          </a:ln>
        </p:spPr>
        <p:txBody>
          <a:bodyPr/>
          <a:lstStyle/>
          <a:p>
            <a:endParaRPr lang="en-US" sz="1350"/>
          </a:p>
        </p:txBody>
      </p:sp>
      <p:sp>
        <p:nvSpPr>
          <p:cNvPr id="99" name="Text 93">
            <a:extLst>
              <a:ext uri="{FF2B5EF4-FFF2-40B4-BE49-F238E27FC236}">
                <a16:creationId xmlns:a16="http://schemas.microsoft.com/office/drawing/2014/main" id="{066E6829-9926-3AA3-394F-925C0421D75B}"/>
              </a:ext>
            </a:extLst>
          </p:cNvPr>
          <p:cNvSpPr txBox="1"/>
          <p:nvPr/>
        </p:nvSpPr>
        <p:spPr>
          <a:xfrm>
            <a:off x="1162431" y="4543347"/>
            <a:ext cx="78639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0" b="1" dirty="0">
                <a:latin typeface="Arial"/>
              </a:rPr>
              <a:t>THE TRANSITION</a:t>
            </a:r>
            <a:endParaRPr lang="en-US" sz="630" dirty="0"/>
          </a:p>
        </p:txBody>
      </p:sp>
      <p:sp>
        <p:nvSpPr>
          <p:cNvPr id="100" name="Text 94">
            <a:extLst>
              <a:ext uri="{FF2B5EF4-FFF2-40B4-BE49-F238E27FC236}">
                <a16:creationId xmlns:a16="http://schemas.microsoft.com/office/drawing/2014/main" id="{07A753DD-1DEC-2792-A65D-5CA7203BF2C6}"/>
              </a:ext>
            </a:extLst>
          </p:cNvPr>
          <p:cNvSpPr txBox="1"/>
          <p:nvPr/>
        </p:nvSpPr>
        <p:spPr>
          <a:xfrm>
            <a:off x="1164014" y="4708747"/>
            <a:ext cx="3538753" cy="15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13" b="1" dirty="0">
                <a:latin typeface="Arial"/>
              </a:rPr>
              <a:t>Model intelligence determines what AI can reason about.</a:t>
            </a:r>
            <a:endParaRPr lang="en-US" sz="1013" dirty="0"/>
          </a:p>
        </p:txBody>
      </p:sp>
      <p:sp>
        <p:nvSpPr>
          <p:cNvPr id="101" name="Text 95">
            <a:extLst>
              <a:ext uri="{FF2B5EF4-FFF2-40B4-BE49-F238E27FC236}">
                <a16:creationId xmlns:a16="http://schemas.microsoft.com/office/drawing/2014/main" id="{4453C441-8992-952E-3296-995B3F33F251}"/>
              </a:ext>
            </a:extLst>
          </p:cNvPr>
          <p:cNvSpPr txBox="1"/>
          <p:nvPr/>
        </p:nvSpPr>
        <p:spPr>
          <a:xfrm>
            <a:off x="5544693" y="4707926"/>
            <a:ext cx="3266541" cy="1577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13" b="1" dirty="0">
                <a:latin typeface="Arial"/>
              </a:rPr>
              <a:t>Tools + runtime determine what it can do.</a:t>
            </a:r>
            <a:endParaRPr lang="en-US" sz="1013" dirty="0"/>
          </a:p>
        </p:txBody>
      </p:sp>
      <p:sp>
        <p:nvSpPr>
          <p:cNvPr id="102" name="Text 96">
            <a:extLst>
              <a:ext uri="{FF2B5EF4-FFF2-40B4-BE49-F238E27FC236}">
                <a16:creationId xmlns:a16="http://schemas.microsoft.com/office/drawing/2014/main" id="{38ED0754-00E1-1E83-C0ED-FB311E1E6667}"/>
              </a:ext>
            </a:extLst>
          </p:cNvPr>
          <p:cNvSpPr txBox="1"/>
          <p:nvPr/>
        </p:nvSpPr>
        <p:spPr>
          <a:xfrm>
            <a:off x="1162431" y="4906821"/>
            <a:ext cx="7137997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55" dirty="0">
                <a:solidFill>
                  <a:srgbClr val="A8B4C7"/>
                </a:solidFill>
                <a:latin typeface="Arial"/>
              </a:rPr>
              <a:t>This is the bridge from conversational AI to systems that can complete work across software, devices, and real-world workflows.</a:t>
            </a:r>
            <a:endParaRPr lang="en-US" sz="555" dirty="0"/>
          </a:p>
        </p:txBody>
      </p:sp>
      <p:cxnSp>
        <p:nvCxnSpPr>
          <p:cNvPr id="112" name="Connector 89">
            <a:extLst>
              <a:ext uri="{FF2B5EF4-FFF2-40B4-BE49-F238E27FC236}">
                <a16:creationId xmlns:a16="http://schemas.microsoft.com/office/drawing/2014/main" id="{83F98451-342F-D056-4199-46ED5DB1A281}"/>
              </a:ext>
            </a:extLst>
          </p:cNvPr>
          <p:cNvCxnSpPr>
            <a:cxnSpLocks/>
            <a:stCxn id="91" idx="1"/>
            <a:endCxn id="82" idx="2"/>
          </p:cNvCxnSpPr>
          <p:nvPr/>
        </p:nvCxnSpPr>
        <p:spPr>
          <a:xfrm flipH="1" flipV="1">
            <a:off x="7252244" y="3453086"/>
            <a:ext cx="340436" cy="475397"/>
          </a:xfrm>
          <a:prstGeom prst="line">
            <a:avLst/>
          </a:prstGeom>
          <a:ln w="13970">
            <a:solidFill>
              <a:srgbClr val="7F8EA3"/>
            </a:solidFill>
            <a:tailEnd type="triangle"/>
          </a:ln>
        </p:spPr>
      </p:cxn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A469FC32-AE85-DAAD-947C-1F2A85788DFD}"/>
              </a:ext>
            </a:extLst>
          </p:cNvPr>
          <p:cNvSpPr/>
          <p:nvPr/>
        </p:nvSpPr>
        <p:spPr>
          <a:xfrm>
            <a:off x="4845177" y="4779155"/>
            <a:ext cx="502079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7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4E69F-BF99-2FED-30E9-686125E6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830BF2-4F65-9615-FA07-081501004448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625246-1FA9-B368-B1B6-667BD2940516}"/>
              </a:ext>
            </a:extLst>
          </p:cNvPr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D523D4-BD63-8EFC-4AA0-51C2CB64DC3B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DE7B87-7C54-0F3D-A14B-CD2245809BD7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01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4E03A86-D927-D44D-0F15-C2D51E3A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52" y="1356790"/>
            <a:ext cx="376702" cy="37670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20E4503-8848-E589-CA1F-163FE05C0EA2}"/>
              </a:ext>
            </a:extLst>
          </p:cNvPr>
          <p:cNvSpPr/>
          <p:nvPr/>
        </p:nvSpPr>
        <p:spPr>
          <a:xfrm>
            <a:off x="3657600" y="140501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ChatGPT to Codex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0A21B94-1B3B-3F2E-139A-8FD685E28995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6876613-12F3-FE4F-4D45-3205F0AE8D8F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9177C1-8BE1-58F1-4EA7-E64D0FC2E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852" y="2161462"/>
            <a:ext cx="376702" cy="37670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8CCF422D-A4AC-1536-29F0-F1170E6C1966}"/>
              </a:ext>
            </a:extLst>
          </p:cNvPr>
          <p:cNvSpPr/>
          <p:nvPr/>
        </p:nvSpPr>
        <p:spPr>
          <a:xfrm>
            <a:off x="3657600" y="2209683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Agentic AI System</a:t>
            </a:r>
            <a:endParaRPr lang="en-US" sz="1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525B3577-1EB5-9CB8-A9CA-9CC166E8D95C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D78B0FF-E439-0622-10BF-D88EAF7175A3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6E237766-E3EF-8272-F8A2-D9B892364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852" y="2966134"/>
            <a:ext cx="376702" cy="376702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E0085A6D-A37B-A662-4A03-D322FA1AFB72}"/>
              </a:ext>
            </a:extLst>
          </p:cNvPr>
          <p:cNvSpPr/>
          <p:nvPr/>
        </p:nvSpPr>
        <p:spPr>
          <a:xfrm>
            <a:off x="3657600" y="303721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731239F-99F1-AB80-DC29-8168EAE46F5C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D5A32FA-6106-3703-59CE-49B63DE148CE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370431AB-0C3C-C4E5-9FD3-D0D186DF0B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852" y="3770806"/>
            <a:ext cx="376702" cy="376702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EFB4941A-6013-205C-ACFB-7DF2E28669E3}"/>
              </a:ext>
            </a:extLst>
          </p:cNvPr>
          <p:cNvSpPr/>
          <p:nvPr/>
        </p:nvSpPr>
        <p:spPr>
          <a:xfrm>
            <a:off x="3657600" y="379616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6317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213B-6DA3-BFA9-AFE1-7AB48E41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7AAC25-3A86-E0AD-A429-A5B269ED09EC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EFDA3F-FFB9-144C-EF9D-1433AAAC53E1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Agentic AI System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083C5B-E1DE-365B-D944-BAFAC817A9D0}"/>
              </a:ext>
            </a:extLst>
          </p:cNvPr>
          <p:cNvSpPr/>
          <p:nvPr/>
        </p:nvSpPr>
        <p:spPr>
          <a:xfrm>
            <a:off x="259549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475569"/>
                </a:solidFill>
                <a:latin typeface="Aptos" pitchFamily="34" charset="0"/>
              </a:rPr>
              <a:t>“Agentic” is not a magic product category, it is a design choice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8B21040-4923-FBEE-AAD8-F3CEE0C0337B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831CB-70D0-F1B8-0ED9-0CCB93D5B697}"/>
              </a:ext>
            </a:extLst>
          </p:cNvPr>
          <p:cNvSpPr txBox="1"/>
          <p:nvPr/>
        </p:nvSpPr>
        <p:spPr>
          <a:xfrm>
            <a:off x="414176" y="1586865"/>
            <a:ext cx="829735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CA" dirty="0"/>
              <a:t>When building applications with LLMs, we recommend finding the </a:t>
            </a:r>
            <a:r>
              <a:rPr lang="en-CA" b="1" dirty="0"/>
              <a:t>simplest solution possible</a:t>
            </a:r>
            <a:r>
              <a:rPr lang="en-CA" dirty="0"/>
              <a:t>, and only increasing complexity when needed. This might mean </a:t>
            </a:r>
            <a:r>
              <a:rPr lang="en-CA" b="1" dirty="0"/>
              <a:t>not</a:t>
            </a:r>
            <a:r>
              <a:rPr lang="en-CA" dirty="0"/>
              <a:t> building agentic systems at all.</a:t>
            </a:r>
          </a:p>
          <a:p>
            <a:r>
              <a:rPr lang="en-CA" dirty="0"/>
              <a:t>Agentic systems often trade latency and cost for better task performance, and you should consider when this </a:t>
            </a:r>
            <a:r>
              <a:rPr lang="en-CA" dirty="0" err="1"/>
              <a:t>tradeoff</a:t>
            </a:r>
            <a:r>
              <a:rPr lang="en-CA" dirty="0"/>
              <a:t> makes sense.</a:t>
            </a:r>
            <a:r>
              <a:rPr lang="en-US" dirty="0"/>
              <a:t>”</a:t>
            </a:r>
          </a:p>
          <a:p>
            <a:endParaRPr lang="en-US" dirty="0"/>
          </a:p>
          <a:p>
            <a:pPr algn="r"/>
            <a:r>
              <a:rPr lang="en-US" sz="1400" b="1" dirty="0"/>
              <a:t>- Anthropic, “Building Effective Agents” (Dec 2024). </a:t>
            </a:r>
          </a:p>
        </p:txBody>
      </p:sp>
    </p:spTree>
    <p:extLst>
      <p:ext uri="{BB962C8B-B14F-4D97-AF65-F5344CB8AC3E}">
        <p14:creationId xmlns:p14="http://schemas.microsoft.com/office/powerpoint/2010/main" val="105463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8A51-A7D0-86D4-8D8A-2A50E2FE6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905FD0A-7BFF-A703-7A06-F35ED27C8DDF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1FAD64-677E-44C9-D718-14836115B258}"/>
              </a:ext>
            </a:extLst>
          </p:cNvPr>
          <p:cNvSpPr/>
          <p:nvPr/>
        </p:nvSpPr>
        <p:spPr>
          <a:xfrm>
            <a:off x="248510" y="591889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475569"/>
                </a:solidFill>
                <a:latin typeface="Aptos" pitchFamily="34" charset="0"/>
              </a:rPr>
              <a:t>From workflow automation to agentic systems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90F2724-5023-DE57-257C-16B51ABB21B6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36">
            <a:extLst>
              <a:ext uri="{FF2B5EF4-FFF2-40B4-BE49-F238E27FC236}">
                <a16:creationId xmlns:a16="http://schemas.microsoft.com/office/drawing/2014/main" id="{0676F972-DB62-20C8-8243-4F8B0CB9A0EE}"/>
              </a:ext>
            </a:extLst>
          </p:cNvPr>
          <p:cNvSpPr/>
          <p:nvPr/>
        </p:nvSpPr>
        <p:spPr>
          <a:xfrm>
            <a:off x="898574" y="1534453"/>
            <a:ext cx="7372350" cy="0"/>
          </a:xfrm>
          <a:prstGeom prst="line">
            <a:avLst/>
          </a:prstGeom>
          <a:noFill/>
          <a:ln w="25400">
            <a:solidFill>
              <a:srgbClr val="CBD6E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37">
            <a:extLst>
              <a:ext uri="{FF2B5EF4-FFF2-40B4-BE49-F238E27FC236}">
                <a16:creationId xmlns:a16="http://schemas.microsoft.com/office/drawing/2014/main" id="{D538876F-E704-9E63-8E63-B1A07077983F}"/>
              </a:ext>
            </a:extLst>
          </p:cNvPr>
          <p:cNvSpPr/>
          <p:nvPr/>
        </p:nvSpPr>
        <p:spPr>
          <a:xfrm>
            <a:off x="692834" y="1122973"/>
            <a:ext cx="137160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825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predictable</a:t>
            </a:r>
            <a:endParaRPr lang="en-US" sz="825" dirty="0"/>
          </a:p>
        </p:txBody>
      </p:sp>
      <p:sp>
        <p:nvSpPr>
          <p:cNvPr id="8" name="Text 38">
            <a:extLst>
              <a:ext uri="{FF2B5EF4-FFF2-40B4-BE49-F238E27FC236}">
                <a16:creationId xmlns:a16="http://schemas.microsoft.com/office/drawing/2014/main" id="{2A4E3677-CCBA-9B94-64DF-0B16EF8F1EE7}"/>
              </a:ext>
            </a:extLst>
          </p:cNvPr>
          <p:cNvSpPr/>
          <p:nvPr/>
        </p:nvSpPr>
        <p:spPr>
          <a:xfrm>
            <a:off x="7310804" y="1122973"/>
            <a:ext cx="137160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825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flexible</a:t>
            </a:r>
            <a:endParaRPr lang="en-US" sz="825" dirty="0"/>
          </a:p>
        </p:txBody>
      </p:sp>
      <p:sp>
        <p:nvSpPr>
          <p:cNvPr id="10" name="Shape 39">
            <a:extLst>
              <a:ext uri="{FF2B5EF4-FFF2-40B4-BE49-F238E27FC236}">
                <a16:creationId xmlns:a16="http://schemas.microsoft.com/office/drawing/2014/main" id="{05EC8918-86FB-91B5-7282-E73BC001A386}"/>
              </a:ext>
            </a:extLst>
          </p:cNvPr>
          <p:cNvSpPr/>
          <p:nvPr/>
        </p:nvSpPr>
        <p:spPr>
          <a:xfrm>
            <a:off x="864284" y="1431583"/>
            <a:ext cx="205740" cy="205740"/>
          </a:xfrm>
          <a:prstGeom prst="ellipse">
            <a:avLst/>
          </a:prstGeom>
          <a:solidFill>
            <a:srgbClr val="D15A2D"/>
          </a:solidFill>
          <a:ln w="12700">
            <a:solidFill>
              <a:srgbClr val="D15A2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40">
            <a:extLst>
              <a:ext uri="{FF2B5EF4-FFF2-40B4-BE49-F238E27FC236}">
                <a16:creationId xmlns:a16="http://schemas.microsoft.com/office/drawing/2014/main" id="{1646C8F6-1116-CC31-1667-91E92F58976D}"/>
              </a:ext>
            </a:extLst>
          </p:cNvPr>
          <p:cNvSpPr/>
          <p:nvPr/>
        </p:nvSpPr>
        <p:spPr>
          <a:xfrm>
            <a:off x="555674" y="1760767"/>
            <a:ext cx="82296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825" b="1" dirty="0">
                <a:solidFill>
                  <a:srgbClr val="D15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code</a:t>
            </a:r>
            <a:endParaRPr lang="en-US" sz="825" dirty="0"/>
          </a:p>
        </p:txBody>
      </p:sp>
      <p:sp>
        <p:nvSpPr>
          <p:cNvPr id="12" name="Shape 41">
            <a:extLst>
              <a:ext uri="{FF2B5EF4-FFF2-40B4-BE49-F238E27FC236}">
                <a16:creationId xmlns:a16="http://schemas.microsoft.com/office/drawing/2014/main" id="{F0A86A76-16F9-BF06-10EC-E8681F4293C3}"/>
              </a:ext>
            </a:extLst>
          </p:cNvPr>
          <p:cNvSpPr/>
          <p:nvPr/>
        </p:nvSpPr>
        <p:spPr>
          <a:xfrm>
            <a:off x="3744644" y="1431583"/>
            <a:ext cx="205740" cy="20574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42">
            <a:extLst>
              <a:ext uri="{FF2B5EF4-FFF2-40B4-BE49-F238E27FC236}">
                <a16:creationId xmlns:a16="http://schemas.microsoft.com/office/drawing/2014/main" id="{736E187B-BDB8-5D7C-9C83-BA7797828C9C}"/>
              </a:ext>
            </a:extLst>
          </p:cNvPr>
          <p:cNvSpPr/>
          <p:nvPr/>
        </p:nvSpPr>
        <p:spPr>
          <a:xfrm>
            <a:off x="3436034" y="1760767"/>
            <a:ext cx="82296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825" b="1" dirty="0">
                <a:solidFill>
                  <a:srgbClr val="1E6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 helper</a:t>
            </a:r>
            <a:endParaRPr lang="en-US" sz="825" dirty="0"/>
          </a:p>
        </p:txBody>
      </p:sp>
      <p:sp>
        <p:nvSpPr>
          <p:cNvPr id="14" name="Shape 43">
            <a:extLst>
              <a:ext uri="{FF2B5EF4-FFF2-40B4-BE49-F238E27FC236}">
                <a16:creationId xmlns:a16="http://schemas.microsoft.com/office/drawing/2014/main" id="{4DACE6A3-F87F-ECCC-97F6-6741CE750AAD}"/>
              </a:ext>
            </a:extLst>
          </p:cNvPr>
          <p:cNvSpPr/>
          <p:nvPr/>
        </p:nvSpPr>
        <p:spPr>
          <a:xfrm>
            <a:off x="6693584" y="1431583"/>
            <a:ext cx="205740" cy="205740"/>
          </a:xfrm>
          <a:prstGeom prst="ellipse">
            <a:avLst/>
          </a:prstGeom>
          <a:solidFill>
            <a:srgbClr val="6E55C7"/>
          </a:solidFill>
          <a:ln w="12700">
            <a:solidFill>
              <a:srgbClr val="6E55C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44">
            <a:extLst>
              <a:ext uri="{FF2B5EF4-FFF2-40B4-BE49-F238E27FC236}">
                <a16:creationId xmlns:a16="http://schemas.microsoft.com/office/drawing/2014/main" id="{A654FE6C-66D1-E13B-A8E0-8E4C8BA28D07}"/>
              </a:ext>
            </a:extLst>
          </p:cNvPr>
          <p:cNvSpPr/>
          <p:nvPr/>
        </p:nvSpPr>
        <p:spPr>
          <a:xfrm>
            <a:off x="6384974" y="1760767"/>
            <a:ext cx="82296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825" b="1" dirty="0">
                <a:solidFill>
                  <a:srgbClr val="6E5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 controller</a:t>
            </a:r>
            <a:endParaRPr lang="en-US" sz="825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791D4BA-3A2B-C119-755B-52E99D6C093A}"/>
              </a:ext>
            </a:extLst>
          </p:cNvPr>
          <p:cNvSpPr/>
          <p:nvPr/>
        </p:nvSpPr>
        <p:spPr>
          <a:xfrm>
            <a:off x="555674" y="2145361"/>
            <a:ext cx="2297430" cy="2023110"/>
          </a:xfrm>
          <a:prstGeom prst="roundRect">
            <a:avLst>
              <a:gd name="adj" fmla="val 3390"/>
            </a:avLst>
          </a:prstGeom>
          <a:solidFill>
            <a:srgbClr val="FFF3ED"/>
          </a:solidFill>
          <a:ln w="12700">
            <a:solidFill>
              <a:srgbClr val="E7A77F"/>
            </a:solidFill>
            <a:prstDash val="solid"/>
          </a:ln>
          <a:effectLst>
            <a:outerShdw blurRad="12700" dist="50800" dir="2700000" algn="bl" rotWithShape="0">
              <a:srgbClr val="D7DEE9">
                <a:alpha val="25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6425222-461E-72B5-81FC-6698150E79BD}"/>
              </a:ext>
            </a:extLst>
          </p:cNvPr>
          <p:cNvSpPr/>
          <p:nvPr/>
        </p:nvSpPr>
        <p:spPr>
          <a:xfrm>
            <a:off x="775130" y="2303095"/>
            <a:ext cx="1062990" cy="246888"/>
          </a:xfrm>
          <a:prstGeom prst="roundRect">
            <a:avLst>
              <a:gd name="adj" fmla="val 27778"/>
            </a:avLst>
          </a:prstGeom>
          <a:solidFill>
            <a:srgbClr val="E7A77F"/>
          </a:solidFill>
          <a:ln w="12700">
            <a:solidFill>
              <a:srgbClr val="E7A7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E86D2FC-6F79-7035-AA35-C913FD4A5B4E}"/>
              </a:ext>
            </a:extLst>
          </p:cNvPr>
          <p:cNvSpPr/>
          <p:nvPr/>
        </p:nvSpPr>
        <p:spPr>
          <a:xfrm>
            <a:off x="775130" y="2323669"/>
            <a:ext cx="106299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path</a:t>
            </a:r>
            <a:endParaRPr lang="en-US" sz="825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4E222EB-5565-B5C0-DFCE-9B27EB596BF5}"/>
              </a:ext>
            </a:extLst>
          </p:cNvPr>
          <p:cNvSpPr/>
          <p:nvPr/>
        </p:nvSpPr>
        <p:spPr>
          <a:xfrm>
            <a:off x="747698" y="2625421"/>
            <a:ext cx="1920240" cy="219456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1275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Conventional workflow</a:t>
            </a:r>
            <a:endParaRPr lang="en-US" sz="1275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55AD14C8-0A60-70D3-7700-743A816B5021}"/>
              </a:ext>
            </a:extLst>
          </p:cNvPr>
          <p:cNvSpPr/>
          <p:nvPr/>
        </p:nvSpPr>
        <p:spPr>
          <a:xfrm>
            <a:off x="775130" y="3023185"/>
            <a:ext cx="61722" cy="61722"/>
          </a:xfrm>
          <a:prstGeom prst="ellipse">
            <a:avLst/>
          </a:prstGeom>
          <a:solidFill>
            <a:srgbClr val="E7A77F"/>
          </a:solidFill>
          <a:ln w="12700">
            <a:solidFill>
              <a:srgbClr val="E7A77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A2308BB-C124-A9EF-941A-C5D28242773F}"/>
              </a:ext>
            </a:extLst>
          </p:cNvPr>
          <p:cNvSpPr/>
          <p:nvPr/>
        </p:nvSpPr>
        <p:spPr>
          <a:xfrm>
            <a:off x="898574" y="2961463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pre-defined</a:t>
            </a:r>
            <a:endParaRPr lang="en-US" sz="923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776F3D34-61E7-E7B0-D9CA-A40DE05D9BD9}"/>
              </a:ext>
            </a:extLst>
          </p:cNvPr>
          <p:cNvSpPr/>
          <p:nvPr/>
        </p:nvSpPr>
        <p:spPr>
          <a:xfrm>
            <a:off x="775130" y="3318079"/>
            <a:ext cx="61722" cy="61722"/>
          </a:xfrm>
          <a:prstGeom prst="ellipse">
            <a:avLst/>
          </a:prstGeom>
          <a:solidFill>
            <a:srgbClr val="E7A77F"/>
          </a:solidFill>
          <a:ln w="12700">
            <a:solidFill>
              <a:srgbClr val="E7A77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0F11155-7185-615D-E4F5-3A3D9D6D2132}"/>
              </a:ext>
            </a:extLst>
          </p:cNvPr>
          <p:cNvSpPr/>
          <p:nvPr/>
        </p:nvSpPr>
        <p:spPr>
          <a:xfrm>
            <a:off x="898574" y="3256357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decide every branch</a:t>
            </a:r>
            <a:endParaRPr lang="en-US" sz="923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F9EED482-DE58-F1A1-E35A-19FF8E3348A6}"/>
              </a:ext>
            </a:extLst>
          </p:cNvPr>
          <p:cNvSpPr/>
          <p:nvPr/>
        </p:nvSpPr>
        <p:spPr>
          <a:xfrm>
            <a:off x="775130" y="3612973"/>
            <a:ext cx="61722" cy="61722"/>
          </a:xfrm>
          <a:prstGeom prst="ellipse">
            <a:avLst/>
          </a:prstGeom>
          <a:solidFill>
            <a:srgbClr val="E7A77F"/>
          </a:solidFill>
          <a:ln w="12700">
            <a:solidFill>
              <a:srgbClr val="E7A77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C065BBB4-F1C4-E20F-AF3C-384C8435E041}"/>
              </a:ext>
            </a:extLst>
          </p:cNvPr>
          <p:cNvSpPr/>
          <p:nvPr/>
        </p:nvSpPr>
        <p:spPr>
          <a:xfrm>
            <a:off x="898574" y="3551251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when work is stable</a:t>
            </a:r>
            <a:endParaRPr lang="en-US" sz="923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97BEBBE2-D709-7E1B-0150-EE79D5D43EF6}"/>
              </a:ext>
            </a:extLst>
          </p:cNvPr>
          <p:cNvSpPr/>
          <p:nvPr/>
        </p:nvSpPr>
        <p:spPr>
          <a:xfrm>
            <a:off x="2969690" y="3119197"/>
            <a:ext cx="315468" cy="0"/>
          </a:xfrm>
          <a:prstGeom prst="line">
            <a:avLst/>
          </a:prstGeom>
          <a:noFill/>
          <a:ln w="19050">
            <a:solidFill>
              <a:srgbClr val="5A66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6E2C39FB-C95C-3A18-0311-5356A5C80111}"/>
              </a:ext>
            </a:extLst>
          </p:cNvPr>
          <p:cNvSpPr/>
          <p:nvPr/>
        </p:nvSpPr>
        <p:spPr>
          <a:xfrm>
            <a:off x="3367454" y="2145361"/>
            <a:ext cx="2297430" cy="2023110"/>
          </a:xfrm>
          <a:prstGeom prst="roundRect">
            <a:avLst>
              <a:gd name="adj" fmla="val 3390"/>
            </a:avLst>
          </a:prstGeom>
          <a:solidFill>
            <a:srgbClr val="EAF2FF"/>
          </a:solidFill>
          <a:ln w="12700">
            <a:solidFill>
              <a:srgbClr val="7BA8E8"/>
            </a:solidFill>
            <a:prstDash val="solid"/>
          </a:ln>
          <a:effectLst>
            <a:outerShdw blurRad="12700" dist="50800" dir="2700000" algn="bl" rotWithShape="0">
              <a:srgbClr val="D7DEE9">
                <a:alpha val="25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0242202-A960-B40A-8BBE-83204CCB8604}"/>
              </a:ext>
            </a:extLst>
          </p:cNvPr>
          <p:cNvSpPr/>
          <p:nvPr/>
        </p:nvSpPr>
        <p:spPr>
          <a:xfrm>
            <a:off x="3586910" y="2303095"/>
            <a:ext cx="1062990" cy="246888"/>
          </a:xfrm>
          <a:prstGeom prst="roundRect">
            <a:avLst>
              <a:gd name="adj" fmla="val 27778"/>
            </a:avLst>
          </a:prstGeom>
          <a:solidFill>
            <a:srgbClr val="7BA8E8"/>
          </a:solidFill>
          <a:ln w="12700">
            <a:solidFill>
              <a:srgbClr val="7BA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366D8465-3094-4FDA-5BEE-135A112C2389}"/>
              </a:ext>
            </a:extLst>
          </p:cNvPr>
          <p:cNvSpPr/>
          <p:nvPr/>
        </p:nvSpPr>
        <p:spPr>
          <a:xfrm>
            <a:off x="3586910" y="2323669"/>
            <a:ext cx="106299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supports steps</a:t>
            </a:r>
            <a:endParaRPr lang="en-US" sz="825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96B44374-455E-E7CB-48EE-ADA0D9F5CD90}"/>
              </a:ext>
            </a:extLst>
          </p:cNvPr>
          <p:cNvSpPr/>
          <p:nvPr/>
        </p:nvSpPr>
        <p:spPr>
          <a:xfrm>
            <a:off x="3559478" y="2625421"/>
            <a:ext cx="1920240" cy="219456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1275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LLM-assisted workflow</a:t>
            </a:r>
            <a:endParaRPr lang="en-US" sz="1275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D201D6FA-BDDF-EB60-C8FC-CE267B992FC7}"/>
              </a:ext>
            </a:extLst>
          </p:cNvPr>
          <p:cNvSpPr/>
          <p:nvPr/>
        </p:nvSpPr>
        <p:spPr>
          <a:xfrm>
            <a:off x="3586910" y="3023185"/>
            <a:ext cx="61722" cy="61722"/>
          </a:xfrm>
          <a:prstGeom prst="ellipse">
            <a:avLst/>
          </a:prstGeom>
          <a:solidFill>
            <a:srgbClr val="7BA8E8"/>
          </a:solidFill>
          <a:ln w="12700">
            <a:solidFill>
              <a:srgbClr val="7BA8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022C9AD9-BF59-15A9-19CC-1A3F49C58ADB}"/>
              </a:ext>
            </a:extLst>
          </p:cNvPr>
          <p:cNvSpPr/>
          <p:nvPr/>
        </p:nvSpPr>
        <p:spPr>
          <a:xfrm>
            <a:off x="3710354" y="2961463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interprets or drafts</a:t>
            </a:r>
            <a:endParaRPr lang="en-US" sz="923" dirty="0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4A218BAC-2596-987D-5E28-6E67AD42F45B}"/>
              </a:ext>
            </a:extLst>
          </p:cNvPr>
          <p:cNvSpPr/>
          <p:nvPr/>
        </p:nvSpPr>
        <p:spPr>
          <a:xfrm>
            <a:off x="3586910" y="3318079"/>
            <a:ext cx="61722" cy="61722"/>
          </a:xfrm>
          <a:prstGeom prst="ellipse">
            <a:avLst/>
          </a:prstGeom>
          <a:solidFill>
            <a:srgbClr val="7BA8E8"/>
          </a:solidFill>
          <a:ln w="12700">
            <a:solidFill>
              <a:srgbClr val="7BA8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1B7573FA-BF33-7A1F-F665-EBEEE2F21073}"/>
              </a:ext>
            </a:extLst>
          </p:cNvPr>
          <p:cNvSpPr/>
          <p:nvPr/>
        </p:nvSpPr>
        <p:spPr>
          <a:xfrm>
            <a:off x="3710354" y="3256357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still controls path</a:t>
            </a:r>
            <a:endParaRPr lang="en-US" sz="923" dirty="0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573CF2E2-E365-6239-484F-B12516EAE113}"/>
              </a:ext>
            </a:extLst>
          </p:cNvPr>
          <p:cNvSpPr/>
          <p:nvPr/>
        </p:nvSpPr>
        <p:spPr>
          <a:xfrm>
            <a:off x="3586910" y="3612973"/>
            <a:ext cx="61722" cy="61722"/>
          </a:xfrm>
          <a:prstGeom prst="ellipse">
            <a:avLst/>
          </a:prstGeom>
          <a:solidFill>
            <a:srgbClr val="7BA8E8"/>
          </a:solidFill>
          <a:ln w="12700">
            <a:solidFill>
              <a:srgbClr val="7BA8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88E5BD0A-0DD0-C3E8-E704-96FED2F8EABE}"/>
              </a:ext>
            </a:extLst>
          </p:cNvPr>
          <p:cNvSpPr/>
          <p:nvPr/>
        </p:nvSpPr>
        <p:spPr>
          <a:xfrm>
            <a:off x="3710354" y="3551251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fontScale="77500" lnSpcReduction="20000"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language is part of the work</a:t>
            </a:r>
            <a:endParaRPr lang="en-US" sz="923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201BF985-AB79-EF10-D753-7348A8E2C985}"/>
              </a:ext>
            </a:extLst>
          </p:cNvPr>
          <p:cNvSpPr/>
          <p:nvPr/>
        </p:nvSpPr>
        <p:spPr>
          <a:xfrm>
            <a:off x="5781470" y="3119197"/>
            <a:ext cx="315468" cy="0"/>
          </a:xfrm>
          <a:prstGeom prst="line">
            <a:avLst/>
          </a:prstGeom>
          <a:noFill/>
          <a:ln w="19050">
            <a:solidFill>
              <a:srgbClr val="5A66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B8CBFA09-563B-F126-844E-5AF18E7EB187}"/>
              </a:ext>
            </a:extLst>
          </p:cNvPr>
          <p:cNvSpPr/>
          <p:nvPr/>
        </p:nvSpPr>
        <p:spPr>
          <a:xfrm>
            <a:off x="6179234" y="2145361"/>
            <a:ext cx="2297430" cy="2023110"/>
          </a:xfrm>
          <a:prstGeom prst="roundRect">
            <a:avLst>
              <a:gd name="adj" fmla="val 3390"/>
            </a:avLst>
          </a:prstGeom>
          <a:solidFill>
            <a:srgbClr val="F2EEFF"/>
          </a:solidFill>
          <a:ln w="12700">
            <a:solidFill>
              <a:srgbClr val="A797E9"/>
            </a:solidFill>
            <a:prstDash val="solid"/>
          </a:ln>
          <a:effectLst>
            <a:outerShdw blurRad="12700" dist="50800" dir="2700000" algn="bl" rotWithShape="0">
              <a:srgbClr val="D7DEE9">
                <a:alpha val="25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1855922C-B5B6-FD43-B771-71B6F615A9F7}"/>
              </a:ext>
            </a:extLst>
          </p:cNvPr>
          <p:cNvSpPr/>
          <p:nvPr/>
        </p:nvSpPr>
        <p:spPr>
          <a:xfrm>
            <a:off x="6398690" y="2303095"/>
            <a:ext cx="1062990" cy="246888"/>
          </a:xfrm>
          <a:prstGeom prst="roundRect">
            <a:avLst>
              <a:gd name="adj" fmla="val 27778"/>
            </a:avLst>
          </a:prstGeom>
          <a:solidFill>
            <a:srgbClr val="A797E9"/>
          </a:solidFill>
          <a:ln w="12700">
            <a:solidFill>
              <a:srgbClr val="A797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F9C06B95-804A-E6B3-7262-F40A9AEDE707}"/>
              </a:ext>
            </a:extLst>
          </p:cNvPr>
          <p:cNvSpPr/>
          <p:nvPr/>
        </p:nvSpPr>
        <p:spPr>
          <a:xfrm>
            <a:off x="6398690" y="2323669"/>
            <a:ext cx="1062990" cy="164592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fontScale="85000" lnSpcReduction="10000"/>
          </a:bodyPr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directs progress</a:t>
            </a:r>
            <a:endParaRPr lang="en-US" sz="825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A919CE7D-C305-25C3-0B84-85376724E2EB}"/>
              </a:ext>
            </a:extLst>
          </p:cNvPr>
          <p:cNvSpPr/>
          <p:nvPr/>
        </p:nvSpPr>
        <p:spPr>
          <a:xfrm>
            <a:off x="6371258" y="2625421"/>
            <a:ext cx="1920240" cy="219456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1275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system</a:t>
            </a:r>
            <a:endParaRPr lang="en-US" sz="1275" dirty="0"/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EACCC2EA-352F-64FF-B7E7-BA62923582EA}"/>
              </a:ext>
            </a:extLst>
          </p:cNvPr>
          <p:cNvSpPr/>
          <p:nvPr/>
        </p:nvSpPr>
        <p:spPr>
          <a:xfrm>
            <a:off x="6398690" y="3023185"/>
            <a:ext cx="61722" cy="61722"/>
          </a:xfrm>
          <a:prstGeom prst="ellipse">
            <a:avLst/>
          </a:prstGeom>
          <a:solidFill>
            <a:srgbClr val="A797E9"/>
          </a:solidFill>
          <a:ln w="12700">
            <a:solidFill>
              <a:srgbClr val="A797E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35D12AE1-693A-E1EF-13B6-CABB9EAE4578}"/>
              </a:ext>
            </a:extLst>
          </p:cNvPr>
          <p:cNvSpPr/>
          <p:nvPr/>
        </p:nvSpPr>
        <p:spPr>
          <a:xfrm>
            <a:off x="6522134" y="2961463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chooses next step</a:t>
            </a:r>
            <a:endParaRPr lang="en-US" sz="923" dirty="0"/>
          </a:p>
        </p:txBody>
      </p:sp>
      <p:sp>
        <p:nvSpPr>
          <p:cNvPr id="45" name="Shape 32">
            <a:extLst>
              <a:ext uri="{FF2B5EF4-FFF2-40B4-BE49-F238E27FC236}">
                <a16:creationId xmlns:a16="http://schemas.microsoft.com/office/drawing/2014/main" id="{3D817BCB-F7A3-1648-F304-4CE6DA418E8B}"/>
              </a:ext>
            </a:extLst>
          </p:cNvPr>
          <p:cNvSpPr/>
          <p:nvPr/>
        </p:nvSpPr>
        <p:spPr>
          <a:xfrm>
            <a:off x="6398690" y="3318079"/>
            <a:ext cx="61722" cy="61722"/>
          </a:xfrm>
          <a:prstGeom prst="ellipse">
            <a:avLst/>
          </a:prstGeom>
          <a:solidFill>
            <a:srgbClr val="A797E9"/>
          </a:solidFill>
          <a:ln w="12700">
            <a:solidFill>
              <a:srgbClr val="A797E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 33">
            <a:extLst>
              <a:ext uri="{FF2B5EF4-FFF2-40B4-BE49-F238E27FC236}">
                <a16:creationId xmlns:a16="http://schemas.microsoft.com/office/drawing/2014/main" id="{A4E17B1C-35AD-B4FD-EBEB-11021C653344}"/>
              </a:ext>
            </a:extLst>
          </p:cNvPr>
          <p:cNvSpPr/>
          <p:nvPr/>
        </p:nvSpPr>
        <p:spPr>
          <a:xfrm>
            <a:off x="6522134" y="3256357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read or change systems</a:t>
            </a:r>
            <a:endParaRPr lang="en-US" sz="923" dirty="0"/>
          </a:p>
        </p:txBody>
      </p:sp>
      <p:sp>
        <p:nvSpPr>
          <p:cNvPr id="47" name="Shape 34">
            <a:extLst>
              <a:ext uri="{FF2B5EF4-FFF2-40B4-BE49-F238E27FC236}">
                <a16:creationId xmlns:a16="http://schemas.microsoft.com/office/drawing/2014/main" id="{A6AADCB3-B3BA-E257-2BDE-F87842B65F18}"/>
              </a:ext>
            </a:extLst>
          </p:cNvPr>
          <p:cNvSpPr/>
          <p:nvPr/>
        </p:nvSpPr>
        <p:spPr>
          <a:xfrm>
            <a:off x="6398690" y="3612973"/>
            <a:ext cx="61722" cy="61722"/>
          </a:xfrm>
          <a:prstGeom prst="ellipse">
            <a:avLst/>
          </a:prstGeom>
          <a:solidFill>
            <a:srgbClr val="A797E9"/>
          </a:solidFill>
          <a:ln w="12700">
            <a:solidFill>
              <a:srgbClr val="A797E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225F391F-2DE2-08E7-4E0E-5CCF90CE87EF}"/>
              </a:ext>
            </a:extLst>
          </p:cNvPr>
          <p:cNvSpPr/>
          <p:nvPr/>
        </p:nvSpPr>
        <p:spPr>
          <a:xfrm>
            <a:off x="6522134" y="3551251"/>
            <a:ext cx="1748790" cy="17145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23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constrain autonomy</a:t>
            </a:r>
            <a:endParaRPr lang="en-US" sz="923" dirty="0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B20D36C7-956D-AE96-3892-437AC3752921}"/>
              </a:ext>
            </a:extLst>
          </p:cNvPr>
          <p:cNvSpPr/>
          <p:nvPr/>
        </p:nvSpPr>
        <p:spPr>
          <a:xfrm>
            <a:off x="5747180" y="4064660"/>
            <a:ext cx="315468" cy="5080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ADCB69-6734-EB58-E7C5-686FAAB71FAB}"/>
              </a:ext>
            </a:extLst>
          </p:cNvPr>
          <p:cNvSpPr txBox="1"/>
          <p:nvPr/>
        </p:nvSpPr>
        <p:spPr>
          <a:xfrm>
            <a:off x="4927111" y="4691768"/>
            <a:ext cx="2024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We are mostly here</a:t>
            </a: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49AA668B-474F-4249-703B-EA16FD0F6D18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Agentic AI System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1245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2A17D-F372-6438-AE84-6032E07B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F324680-A48E-C898-8284-D6EDA2A63327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59E550-685A-5795-06B1-5AF107E52E13}"/>
              </a:ext>
            </a:extLst>
          </p:cNvPr>
          <p:cNvSpPr/>
          <p:nvPr/>
        </p:nvSpPr>
        <p:spPr>
          <a:xfrm>
            <a:off x="259549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475569"/>
                </a:solidFill>
                <a:latin typeface="Aptos" pitchFamily="34" charset="0"/>
              </a:rPr>
              <a:t>The augmented LLM, the building block of agentic system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4404F2-30BE-B7E5-36CE-4A1DFC2910DB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DC434809-27E7-CA45-73CA-5989A0D58E2E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Agentic AI System</a:t>
            </a:r>
            <a:endParaRPr lang="en-US" sz="26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1710D3A-0A18-0EFE-0F8A-F8D80AD2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9" y="1586553"/>
            <a:ext cx="2317750" cy="239395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987A3D0-B0E2-1857-0093-1F3E2CAA7671}"/>
              </a:ext>
            </a:extLst>
          </p:cNvPr>
          <p:cNvSpPr txBox="1"/>
          <p:nvPr/>
        </p:nvSpPr>
        <p:spPr>
          <a:xfrm>
            <a:off x="149469" y="1217221"/>
            <a:ext cx="170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Chat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A43A65A-FE83-6CC3-69D7-C1437259B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396" y="2319560"/>
            <a:ext cx="2372063" cy="124250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F4F1BD6-2960-C247-F55C-7FA744FF0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636" y="1588994"/>
            <a:ext cx="1947900" cy="282394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3A6F3D6-8CFE-B620-6FDA-9C71170EC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813" y="1588994"/>
            <a:ext cx="1945718" cy="32443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3EF5373-13E2-07C6-54E2-A9B8ED3BC9F6}"/>
              </a:ext>
            </a:extLst>
          </p:cNvPr>
          <p:cNvSpPr txBox="1"/>
          <p:nvPr/>
        </p:nvSpPr>
        <p:spPr>
          <a:xfrm>
            <a:off x="6080956" y="1219662"/>
            <a:ext cx="227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Workflow with tools</a:t>
            </a:r>
          </a:p>
        </p:txBody>
      </p:sp>
    </p:spTree>
    <p:extLst>
      <p:ext uri="{BB962C8B-B14F-4D97-AF65-F5344CB8AC3E}">
        <p14:creationId xmlns:p14="http://schemas.microsoft.com/office/powerpoint/2010/main" val="180418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056D-4532-6C82-BDE5-E1A2BC2F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C2CF1C9-EC13-C1BA-53FA-0EC29E0897E5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E4A631-BBDA-C955-A750-C687EC5C749B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475569"/>
                </a:solidFill>
                <a:latin typeface="Aptos" pitchFamily="34" charset="0"/>
              </a:rPr>
              <a:t>Workflow/Agent Design Pattern Examples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F63DC9-C952-065B-0C72-024400C17510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04B5D275-53A4-3F24-F14A-4B77D86091FB}"/>
              </a:ext>
            </a:extLst>
          </p:cNvPr>
          <p:cNvSpPr/>
          <p:nvPr/>
        </p:nvSpPr>
        <p:spPr>
          <a:xfrm>
            <a:off x="480060" y="1303020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D405E9D0-1FC2-2661-D04B-029863962843}"/>
              </a:ext>
            </a:extLst>
          </p:cNvPr>
          <p:cNvSpPr/>
          <p:nvPr/>
        </p:nvSpPr>
        <p:spPr>
          <a:xfrm>
            <a:off x="548640" y="1385316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chaining</a:t>
            </a:r>
            <a:endParaRPr lang="en-US" sz="900" dirty="0"/>
          </a:p>
        </p:txBody>
      </p:sp>
      <p:pic>
        <p:nvPicPr>
          <p:cNvPr id="41" name="Image 0" descr="/mnt/data/anthropic_prompt_chaining.converted.png">
            <a:extLst>
              <a:ext uri="{FF2B5EF4-FFF2-40B4-BE49-F238E27FC236}">
                <a16:creationId xmlns:a16="http://schemas.microsoft.com/office/drawing/2014/main" id="{6635A359-86B9-F1FB-6CBC-3952814C8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1592402"/>
            <a:ext cx="2331720" cy="971145"/>
          </a:xfrm>
          <a:prstGeom prst="rect">
            <a:avLst/>
          </a:prstGeom>
        </p:spPr>
      </p:pic>
      <p:sp>
        <p:nvSpPr>
          <p:cNvPr id="42" name="Shape 6">
            <a:extLst>
              <a:ext uri="{FF2B5EF4-FFF2-40B4-BE49-F238E27FC236}">
                <a16:creationId xmlns:a16="http://schemas.microsoft.com/office/drawing/2014/main" id="{C45AF453-595C-4212-34D6-CB878CD605BE}"/>
              </a:ext>
            </a:extLst>
          </p:cNvPr>
          <p:cNvSpPr/>
          <p:nvPr/>
        </p:nvSpPr>
        <p:spPr>
          <a:xfrm>
            <a:off x="3326130" y="1303020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38AC1F23-9216-037D-ED73-C92CACE0B15F}"/>
              </a:ext>
            </a:extLst>
          </p:cNvPr>
          <p:cNvSpPr/>
          <p:nvPr/>
        </p:nvSpPr>
        <p:spPr>
          <a:xfrm>
            <a:off x="3394710" y="1385316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900" dirty="0"/>
          </a:p>
        </p:txBody>
      </p:sp>
      <p:pic>
        <p:nvPicPr>
          <p:cNvPr id="44" name="Image 1" descr="/mnt/data/anthropic_routing.converted.png">
            <a:extLst>
              <a:ext uri="{FF2B5EF4-FFF2-40B4-BE49-F238E27FC236}">
                <a16:creationId xmlns:a16="http://schemas.microsoft.com/office/drawing/2014/main" id="{F8ABA5E3-BE65-562C-9C09-EC5BAC970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426" y="1592402"/>
            <a:ext cx="2331720" cy="971145"/>
          </a:xfrm>
          <a:prstGeom prst="rect">
            <a:avLst/>
          </a:prstGeom>
        </p:spPr>
      </p:pic>
      <p:sp>
        <p:nvSpPr>
          <p:cNvPr id="45" name="Shape 8">
            <a:extLst>
              <a:ext uri="{FF2B5EF4-FFF2-40B4-BE49-F238E27FC236}">
                <a16:creationId xmlns:a16="http://schemas.microsoft.com/office/drawing/2014/main" id="{B1C9B3B4-5410-1F4A-3C65-6C8703ED0297}"/>
              </a:ext>
            </a:extLst>
          </p:cNvPr>
          <p:cNvSpPr/>
          <p:nvPr/>
        </p:nvSpPr>
        <p:spPr>
          <a:xfrm>
            <a:off x="6172200" y="1303020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A45CF7F2-5D88-3791-9FA4-EF0ED0B4F945}"/>
              </a:ext>
            </a:extLst>
          </p:cNvPr>
          <p:cNvSpPr/>
          <p:nvPr/>
        </p:nvSpPr>
        <p:spPr>
          <a:xfrm>
            <a:off x="6240780" y="1385316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Parallelization</a:t>
            </a:r>
            <a:endParaRPr lang="en-US" sz="900" dirty="0"/>
          </a:p>
        </p:txBody>
      </p:sp>
      <p:pic>
        <p:nvPicPr>
          <p:cNvPr id="47" name="Image 2" descr="/mnt/data/anthropic_parallelization.converted.png">
            <a:extLst>
              <a:ext uri="{FF2B5EF4-FFF2-40B4-BE49-F238E27FC236}">
                <a16:creationId xmlns:a16="http://schemas.microsoft.com/office/drawing/2014/main" id="{EBA3E3BC-9A91-526B-62C5-9B2D4C6E9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592402"/>
            <a:ext cx="2331720" cy="971145"/>
          </a:xfrm>
          <a:prstGeom prst="rect">
            <a:avLst/>
          </a:prstGeom>
        </p:spPr>
      </p:pic>
      <p:sp>
        <p:nvSpPr>
          <p:cNvPr id="48" name="Shape 10">
            <a:extLst>
              <a:ext uri="{FF2B5EF4-FFF2-40B4-BE49-F238E27FC236}">
                <a16:creationId xmlns:a16="http://schemas.microsoft.com/office/drawing/2014/main" id="{4480583A-FE8F-A04F-DB05-E53A69266060}"/>
              </a:ext>
            </a:extLst>
          </p:cNvPr>
          <p:cNvSpPr/>
          <p:nvPr/>
        </p:nvSpPr>
        <p:spPr>
          <a:xfrm>
            <a:off x="480060" y="3031236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567FB0D2-1150-ED64-6903-B4BB6626C656}"/>
              </a:ext>
            </a:extLst>
          </p:cNvPr>
          <p:cNvSpPr/>
          <p:nvPr/>
        </p:nvSpPr>
        <p:spPr>
          <a:xfrm>
            <a:off x="548640" y="3113532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Orchestrator-workers</a:t>
            </a:r>
            <a:endParaRPr lang="en-US" sz="900" dirty="0"/>
          </a:p>
        </p:txBody>
      </p:sp>
      <p:pic>
        <p:nvPicPr>
          <p:cNvPr id="50" name="Image 3" descr="/mnt/data/anthropic_orchestrator_workers.converted.png">
            <a:extLst>
              <a:ext uri="{FF2B5EF4-FFF2-40B4-BE49-F238E27FC236}">
                <a16:creationId xmlns:a16="http://schemas.microsoft.com/office/drawing/2014/main" id="{612320C7-3D0D-0173-FE5D-A9989B2DD2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320618"/>
            <a:ext cx="2331720" cy="971145"/>
          </a:xfrm>
          <a:prstGeom prst="rect">
            <a:avLst/>
          </a:prstGeom>
        </p:spPr>
      </p:pic>
      <p:sp>
        <p:nvSpPr>
          <p:cNvPr id="51" name="Shape 12">
            <a:extLst>
              <a:ext uri="{FF2B5EF4-FFF2-40B4-BE49-F238E27FC236}">
                <a16:creationId xmlns:a16="http://schemas.microsoft.com/office/drawing/2014/main" id="{A3A99B8A-5790-A9E2-8E35-77220BC42EB5}"/>
              </a:ext>
            </a:extLst>
          </p:cNvPr>
          <p:cNvSpPr/>
          <p:nvPr/>
        </p:nvSpPr>
        <p:spPr>
          <a:xfrm>
            <a:off x="3326130" y="3031236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844A24BE-2B90-3865-9A2F-CE9EC739BF38}"/>
              </a:ext>
            </a:extLst>
          </p:cNvPr>
          <p:cNvSpPr/>
          <p:nvPr/>
        </p:nvSpPr>
        <p:spPr>
          <a:xfrm>
            <a:off x="3394710" y="3113532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Evaluator-optimizer</a:t>
            </a:r>
            <a:endParaRPr lang="en-US" sz="900" dirty="0"/>
          </a:p>
        </p:txBody>
      </p:sp>
      <p:pic>
        <p:nvPicPr>
          <p:cNvPr id="53" name="Image 4" descr="/mnt/data/anthropic_evaluator_optimizer.converted.png">
            <a:extLst>
              <a:ext uri="{FF2B5EF4-FFF2-40B4-BE49-F238E27FC236}">
                <a16:creationId xmlns:a16="http://schemas.microsoft.com/office/drawing/2014/main" id="{652F8FE1-5928-8A76-83B3-E40BEFB0D9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8426" y="3320618"/>
            <a:ext cx="2331720" cy="971145"/>
          </a:xfrm>
          <a:prstGeom prst="rect">
            <a:avLst/>
          </a:prstGeom>
        </p:spPr>
      </p:pic>
      <p:sp>
        <p:nvSpPr>
          <p:cNvPr id="54" name="Shape 14">
            <a:extLst>
              <a:ext uri="{FF2B5EF4-FFF2-40B4-BE49-F238E27FC236}">
                <a16:creationId xmlns:a16="http://schemas.microsoft.com/office/drawing/2014/main" id="{F19E199E-0B7C-AE38-6DA9-7A0CFDB83259}"/>
              </a:ext>
            </a:extLst>
          </p:cNvPr>
          <p:cNvSpPr/>
          <p:nvPr/>
        </p:nvSpPr>
        <p:spPr>
          <a:xfrm>
            <a:off x="6172200" y="3031236"/>
            <a:ext cx="2503170" cy="140589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334ABED-FB91-DEE8-7FCD-9135DEA0F097}"/>
              </a:ext>
            </a:extLst>
          </p:cNvPr>
          <p:cNvSpPr/>
          <p:nvPr/>
        </p:nvSpPr>
        <p:spPr>
          <a:xfrm>
            <a:off x="6240780" y="3113532"/>
            <a:ext cx="2366010" cy="13716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algn="ctr"/>
            <a:r>
              <a:rPr lang="en-US" sz="900" b="1" dirty="0">
                <a:solidFill>
                  <a:srgbClr val="0920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agent</a:t>
            </a:r>
            <a:endParaRPr lang="en-US" sz="900" dirty="0"/>
          </a:p>
        </p:txBody>
      </p:sp>
      <p:pic>
        <p:nvPicPr>
          <p:cNvPr id="56" name="Image 5" descr="/mnt/data/anthropic_autonomous_agent.converted.png">
            <a:extLst>
              <a:ext uri="{FF2B5EF4-FFF2-40B4-BE49-F238E27FC236}">
                <a16:creationId xmlns:a16="http://schemas.microsoft.com/office/drawing/2014/main" id="{96ACDD4E-CDDA-5407-9EAA-F542EC226A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320618"/>
            <a:ext cx="2331720" cy="971145"/>
          </a:xfrm>
          <a:prstGeom prst="rect">
            <a:avLst/>
          </a:prstGeom>
        </p:spPr>
      </p:pic>
      <p:sp>
        <p:nvSpPr>
          <p:cNvPr id="57" name="Text 16">
            <a:extLst>
              <a:ext uri="{FF2B5EF4-FFF2-40B4-BE49-F238E27FC236}">
                <a16:creationId xmlns:a16="http://schemas.microsoft.com/office/drawing/2014/main" id="{27A5B2E2-0337-CBF7-6CA2-808E510C2826}"/>
              </a:ext>
            </a:extLst>
          </p:cNvPr>
          <p:cNvSpPr/>
          <p:nvPr/>
        </p:nvSpPr>
        <p:spPr>
          <a:xfrm>
            <a:off x="377190" y="4834890"/>
            <a:ext cx="8366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3" dirty="0">
                <a:solidFill>
                  <a:srgbClr val="738196"/>
                </a:solidFill>
              </a:rPr>
              <a:t>Source diagrams: Anthropic, “Building Effective Agents” (Dec 2024).</a:t>
            </a:r>
            <a:endParaRPr lang="en-US" sz="563" dirty="0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0B0FDC6E-D7DE-44E2-8800-2759E13CCD5A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Agentic AI System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2824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454EF-0D48-FFBD-B1D0-1EA7B51E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66F30-8C9D-65D4-EC75-B81F4A7663E9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1664AE-EC10-D0F0-301E-4BEE6ABBFE34}"/>
              </a:ext>
            </a:extLst>
          </p:cNvPr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A45BA8-D44C-FCAE-F5D5-210B82A8A979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847A12-E922-C08C-C4BA-A930690660EC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01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72A60A4-6B99-ECE2-1E22-3F8955059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52" y="1356790"/>
            <a:ext cx="376702" cy="37670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34DBAD6-B686-047A-A68B-AEF2C1EFEB5C}"/>
              </a:ext>
            </a:extLst>
          </p:cNvPr>
          <p:cNvSpPr/>
          <p:nvPr/>
        </p:nvSpPr>
        <p:spPr>
          <a:xfrm>
            <a:off x="3657600" y="140501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ChatGPT to Codex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B030ED7-E311-B556-3E5A-18DCB4ED0F59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EE0FEBC-BBCC-BAAF-A7F1-39503E3C9666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B55F6B9-3707-9D61-6BA8-DEA727D8D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852" y="2161462"/>
            <a:ext cx="376702" cy="37670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56FAB6C1-CAA5-E99E-E95D-5E13C41E5ADA}"/>
              </a:ext>
            </a:extLst>
          </p:cNvPr>
          <p:cNvSpPr/>
          <p:nvPr/>
        </p:nvSpPr>
        <p:spPr>
          <a:xfrm>
            <a:off x="3657600" y="2209683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Agentic AI System</a:t>
            </a:r>
            <a:endParaRPr lang="en-US" sz="1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71668BF1-3CDA-D4AD-9C29-156048523625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FCA44BE-7693-A1EE-1245-2EACCFA4E3BB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BDB7CB63-80BD-38ED-D769-A7A53054E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852" y="2966134"/>
            <a:ext cx="376702" cy="376702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B7034A27-5520-21C8-12D9-6F08904B85CA}"/>
              </a:ext>
            </a:extLst>
          </p:cNvPr>
          <p:cNvSpPr/>
          <p:nvPr/>
        </p:nvSpPr>
        <p:spPr>
          <a:xfrm>
            <a:off x="3657600" y="303721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88C2366A-A372-E41B-E2EA-4957C3EEF203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5F752D0-D54D-92C5-871C-BA618BAA3B48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EBB7144E-879C-8AF4-6B77-E506D6EF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852" y="3770806"/>
            <a:ext cx="376702" cy="376702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989CED9D-960C-476F-3E8F-BF544E3DCDEC}"/>
              </a:ext>
            </a:extLst>
          </p:cNvPr>
          <p:cNvSpPr/>
          <p:nvPr/>
        </p:nvSpPr>
        <p:spPr>
          <a:xfrm>
            <a:off x="3657600" y="379616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340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C74D-C42B-EBF9-1F4E-085564A9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4BE5AA-AFE7-C413-FEE6-45FB2BB97310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5B575D-4AA8-495C-2201-C758F7E88C9E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universal framework exists yet — but a common industry pattern is emerging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22FAB4-36CD-1256-63BC-62BA614E772E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F38A421D-AAFD-27FD-273B-2132D76CC1EC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185A7097-4ECF-852D-FB58-A0EB9962F101}"/>
              </a:ext>
            </a:extLst>
          </p:cNvPr>
          <p:cNvSpPr/>
          <p:nvPr/>
        </p:nvSpPr>
        <p:spPr>
          <a:xfrm>
            <a:off x="411480" y="1110996"/>
            <a:ext cx="8298180" cy="754380"/>
          </a:xfrm>
          <a:prstGeom prst="roundRect">
            <a:avLst>
              <a:gd name="adj" fmla="val 7273"/>
            </a:avLst>
          </a:prstGeom>
          <a:solidFill>
            <a:srgbClr val="F7FCFE"/>
          </a:solidFill>
          <a:ln w="127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D6E2FD1-2BB2-23A3-924E-85F9BD3DE09F}"/>
              </a:ext>
            </a:extLst>
          </p:cNvPr>
          <p:cNvSpPr/>
          <p:nvPr/>
        </p:nvSpPr>
        <p:spPr>
          <a:xfrm>
            <a:off x="4318283" y="1129743"/>
            <a:ext cx="0" cy="699516"/>
          </a:xfrm>
          <a:prstGeom prst="line">
            <a:avLst/>
          </a:prstGeom>
          <a:noFill/>
          <a:ln w="127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BEFC05-5DEA-EB6A-FD68-D572A52503EA}"/>
              </a:ext>
            </a:extLst>
          </p:cNvPr>
          <p:cNvSpPr/>
          <p:nvPr/>
        </p:nvSpPr>
        <p:spPr>
          <a:xfrm>
            <a:off x="4176522" y="1343201"/>
            <a:ext cx="294894" cy="29489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VS.</a:t>
            </a:r>
            <a:endParaRPr lang="en-US" sz="6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F07FD78-1262-5008-78F7-4705D694B7A7}"/>
              </a:ext>
            </a:extLst>
          </p:cNvPr>
          <p:cNvSpPr/>
          <p:nvPr/>
        </p:nvSpPr>
        <p:spPr>
          <a:xfrm>
            <a:off x="548640" y="1248156"/>
            <a:ext cx="438912" cy="438912"/>
          </a:xfrm>
          <a:prstGeom prst="ellipse">
            <a:avLst/>
          </a:prstGeom>
          <a:solidFill>
            <a:srgbClr val="14A8D7"/>
          </a:solidFill>
          <a:ln w="127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5E59916-C465-8232-A952-D3EA4B7E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" y="1357884"/>
            <a:ext cx="233172" cy="19202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F5CDCEB4-6496-D23C-46A6-BBDC146C50F5}"/>
              </a:ext>
            </a:extLst>
          </p:cNvPr>
          <p:cNvSpPr/>
          <p:nvPr/>
        </p:nvSpPr>
        <p:spPr>
          <a:xfrm>
            <a:off x="1131570" y="1248156"/>
            <a:ext cx="17830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A7FAA3C-793F-A653-0597-9D492379D69F}"/>
              </a:ext>
            </a:extLst>
          </p:cNvPr>
          <p:cNvSpPr/>
          <p:nvPr/>
        </p:nvSpPr>
        <p:spPr>
          <a:xfrm>
            <a:off x="1131570" y="1529334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63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63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4FF5847-0B05-5A56-EE05-7A202FF7D6F9}"/>
              </a:ext>
            </a:extLst>
          </p:cNvPr>
          <p:cNvSpPr/>
          <p:nvPr/>
        </p:nvSpPr>
        <p:spPr>
          <a:xfrm>
            <a:off x="1680210" y="1522476"/>
            <a:ext cx="1714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125" b="1" dirty="0">
                <a:solidFill>
                  <a:srgbClr val="14A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25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14A6EF-95C9-8077-9EB2-9A7773C10EDE}"/>
              </a:ext>
            </a:extLst>
          </p:cNvPr>
          <p:cNvSpPr/>
          <p:nvPr/>
        </p:nvSpPr>
        <p:spPr>
          <a:xfrm>
            <a:off x="1988820" y="152933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63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63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95354D3-5518-6838-FC4F-F123F596C1C8}"/>
              </a:ext>
            </a:extLst>
          </p:cNvPr>
          <p:cNvSpPr/>
          <p:nvPr/>
        </p:nvSpPr>
        <p:spPr>
          <a:xfrm>
            <a:off x="1131570" y="1707642"/>
            <a:ext cx="181737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3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Primarily evaluate output quality</a:t>
            </a:r>
            <a:endParaRPr lang="en-US" sz="803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A0D25E9-9BA5-186A-C919-9F80908A5DE6}"/>
              </a:ext>
            </a:extLst>
          </p:cNvPr>
          <p:cNvSpPr/>
          <p:nvPr/>
        </p:nvSpPr>
        <p:spPr>
          <a:xfrm>
            <a:off x="5216681" y="1256830"/>
            <a:ext cx="438912" cy="438912"/>
          </a:xfrm>
          <a:prstGeom prst="ellipse">
            <a:avLst/>
          </a:prstGeom>
          <a:solidFill>
            <a:srgbClr val="14A8D7"/>
          </a:solidFill>
          <a:ln w="127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4994AA22-6999-0E79-BA43-4659965FC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9551" y="1339126"/>
            <a:ext cx="233172" cy="246888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2FA14266-3974-69DB-E59A-7C0D358C5B0C}"/>
              </a:ext>
            </a:extLst>
          </p:cNvPr>
          <p:cNvSpPr/>
          <p:nvPr/>
        </p:nvSpPr>
        <p:spPr>
          <a:xfrm>
            <a:off x="5779037" y="1256830"/>
            <a:ext cx="1920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Systems</a:t>
            </a:r>
            <a:endParaRPr lang="en-US" sz="12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0DBFF9F-03F6-7162-420D-708B0FB05BF2}"/>
              </a:ext>
            </a:extLst>
          </p:cNvPr>
          <p:cNvSpPr/>
          <p:nvPr/>
        </p:nvSpPr>
        <p:spPr>
          <a:xfrm>
            <a:off x="5779037" y="1538008"/>
            <a:ext cx="30518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95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  →   Decisions   →   Tools   →   Actions   →   System state</a:t>
            </a:r>
            <a:endParaRPr lang="en-US" sz="795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FF9D0CE-F71E-5C5D-DC8B-9598D8C324DB}"/>
              </a:ext>
            </a:extLst>
          </p:cNvPr>
          <p:cNvSpPr/>
          <p:nvPr/>
        </p:nvSpPr>
        <p:spPr>
          <a:xfrm>
            <a:off x="5779037" y="1716316"/>
            <a:ext cx="192024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3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both results and behavior</a:t>
            </a:r>
            <a:endParaRPr lang="en-US" sz="803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10BFD519-2AD7-C55A-335E-411B8CB0C8D9}"/>
              </a:ext>
            </a:extLst>
          </p:cNvPr>
          <p:cNvSpPr/>
          <p:nvPr/>
        </p:nvSpPr>
        <p:spPr>
          <a:xfrm>
            <a:off x="563782" y="2434590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F03F2DF-F911-0E2A-9DD4-6C6895B100BD}"/>
              </a:ext>
            </a:extLst>
          </p:cNvPr>
          <p:cNvSpPr/>
          <p:nvPr/>
        </p:nvSpPr>
        <p:spPr>
          <a:xfrm>
            <a:off x="687226" y="2530602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13" dirty="0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28D579AF-4942-A150-1356-3793A08965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658" y="3038094"/>
            <a:ext cx="384048" cy="384048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BC1086E7-83AB-6CAF-F84C-00CC24447C30}"/>
              </a:ext>
            </a:extLst>
          </p:cNvPr>
          <p:cNvSpPr/>
          <p:nvPr/>
        </p:nvSpPr>
        <p:spPr>
          <a:xfrm>
            <a:off x="1283872" y="2537460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&amp; Success Criteria</a:t>
            </a:r>
            <a:endParaRPr lang="en-US" sz="12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FD76D81-5615-048F-9C42-CF3D7D6EF055}"/>
              </a:ext>
            </a:extLst>
          </p:cNvPr>
          <p:cNvSpPr/>
          <p:nvPr/>
        </p:nvSpPr>
        <p:spPr>
          <a:xfrm>
            <a:off x="1283872" y="2900934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52E690E9-F7FF-6F92-03E4-A4E780212C65}"/>
              </a:ext>
            </a:extLst>
          </p:cNvPr>
          <p:cNvSpPr/>
          <p:nvPr/>
        </p:nvSpPr>
        <p:spPr>
          <a:xfrm>
            <a:off x="1283872" y="3010662"/>
            <a:ext cx="189966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goal, environment, and available tools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the expected outcome and acceptable final system state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required steps, flexible paths, and critical failures</a:t>
            </a:r>
            <a:endParaRPr lang="en-US" sz="705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F7ACDA31-597B-4180-1FE2-16F731BBDB98}"/>
              </a:ext>
            </a:extLst>
          </p:cNvPr>
          <p:cNvSpPr/>
          <p:nvPr/>
        </p:nvSpPr>
        <p:spPr>
          <a:xfrm>
            <a:off x="3286408" y="2434590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922F00A5-E7F0-8268-CDAF-7A5BEDD74A00}"/>
              </a:ext>
            </a:extLst>
          </p:cNvPr>
          <p:cNvSpPr/>
          <p:nvPr/>
        </p:nvSpPr>
        <p:spPr>
          <a:xfrm>
            <a:off x="3409852" y="2530602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13" dirty="0"/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005092BC-F3B3-6F55-A6EE-17D216508A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7284" y="3038094"/>
            <a:ext cx="384048" cy="384048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F3350A53-271F-E825-4FB4-DDF4C857A102}"/>
              </a:ext>
            </a:extLst>
          </p:cNvPr>
          <p:cNvSpPr/>
          <p:nvPr/>
        </p:nvSpPr>
        <p:spPr>
          <a:xfrm>
            <a:off x="4006498" y="2537460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Evaluation</a:t>
            </a:r>
            <a:endParaRPr lang="en-US" sz="12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88443222-FBEE-051E-F67A-EF3398612329}"/>
              </a:ext>
            </a:extLst>
          </p:cNvPr>
          <p:cNvSpPr/>
          <p:nvPr/>
        </p:nvSpPr>
        <p:spPr>
          <a:xfrm>
            <a:off x="4006498" y="2900934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B5FE44BE-72AF-ABA4-9B92-C499C616EE4E}"/>
              </a:ext>
            </a:extLst>
          </p:cNvPr>
          <p:cNvSpPr/>
          <p:nvPr/>
        </p:nvSpPr>
        <p:spPr>
          <a:xfrm>
            <a:off x="4006498" y="3010662"/>
            <a:ext cx="189966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agent complete the task?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final answer, action, or system state correct and complete?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result satisfy the user and business objective?</a:t>
            </a:r>
            <a:endParaRPr lang="en-US" sz="705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4F8E2DDF-7207-4CCF-40A0-426C99B0B14D}"/>
              </a:ext>
            </a:extLst>
          </p:cNvPr>
          <p:cNvSpPr/>
          <p:nvPr/>
        </p:nvSpPr>
        <p:spPr>
          <a:xfrm>
            <a:off x="6009034" y="2434590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458531E1-3FE9-0F84-9F5B-0565A7EBCF26}"/>
              </a:ext>
            </a:extLst>
          </p:cNvPr>
          <p:cNvSpPr/>
          <p:nvPr/>
        </p:nvSpPr>
        <p:spPr>
          <a:xfrm>
            <a:off x="6132478" y="2530602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13" dirty="0"/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1B96062D-15EF-7AC2-6B47-74A261ED78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9910" y="3038094"/>
            <a:ext cx="384048" cy="384048"/>
          </a:xfrm>
          <a:prstGeom prst="rect">
            <a:avLst/>
          </a:prstGeom>
        </p:spPr>
      </p:pic>
      <p:sp>
        <p:nvSpPr>
          <p:cNvPr id="38" name="Text 31">
            <a:extLst>
              <a:ext uri="{FF2B5EF4-FFF2-40B4-BE49-F238E27FC236}">
                <a16:creationId xmlns:a16="http://schemas.microsoft.com/office/drawing/2014/main" id="{8A1431C6-A36E-39AA-75F3-59E05A236637}"/>
              </a:ext>
            </a:extLst>
          </p:cNvPr>
          <p:cNvSpPr/>
          <p:nvPr/>
        </p:nvSpPr>
        <p:spPr>
          <a:xfrm>
            <a:off x="6729124" y="2537460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Trajectory Evaluation</a:t>
            </a:r>
            <a:endParaRPr lang="en-US" sz="1200" dirty="0"/>
          </a:p>
        </p:txBody>
      </p:sp>
      <p:sp>
        <p:nvSpPr>
          <p:cNvPr id="59" name="Shape 32">
            <a:extLst>
              <a:ext uri="{FF2B5EF4-FFF2-40B4-BE49-F238E27FC236}">
                <a16:creationId xmlns:a16="http://schemas.microsoft.com/office/drawing/2014/main" id="{F2930A31-8715-D9AA-9CD1-D63710ADE711}"/>
              </a:ext>
            </a:extLst>
          </p:cNvPr>
          <p:cNvSpPr/>
          <p:nvPr/>
        </p:nvSpPr>
        <p:spPr>
          <a:xfrm>
            <a:off x="6729124" y="2900934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61B080D3-4AC1-1A13-3807-6CD62D14C778}"/>
              </a:ext>
            </a:extLst>
          </p:cNvPr>
          <p:cNvSpPr/>
          <p:nvPr/>
        </p:nvSpPr>
        <p:spPr>
          <a:xfrm>
            <a:off x="6729124" y="3010662"/>
            <a:ext cx="189966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the agent reach the result?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it choose appropriate tools, decisions, and sequences?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it recover from errors without unnecessary loops or actions?</a:t>
            </a:r>
            <a:endParaRPr lang="en-US" sz="705" dirty="0"/>
          </a:p>
        </p:txBody>
      </p:sp>
      <p:sp>
        <p:nvSpPr>
          <p:cNvPr id="61" name="Shape 34">
            <a:extLst>
              <a:ext uri="{FF2B5EF4-FFF2-40B4-BE49-F238E27FC236}">
                <a16:creationId xmlns:a16="http://schemas.microsoft.com/office/drawing/2014/main" id="{EBCBD86F-533F-084D-10C6-9B77EBE65882}"/>
              </a:ext>
            </a:extLst>
          </p:cNvPr>
          <p:cNvSpPr/>
          <p:nvPr/>
        </p:nvSpPr>
        <p:spPr>
          <a:xfrm>
            <a:off x="563782" y="3682746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1327ED07-ED5F-7BE6-1F33-87B1A7696D63}"/>
              </a:ext>
            </a:extLst>
          </p:cNvPr>
          <p:cNvSpPr/>
          <p:nvPr/>
        </p:nvSpPr>
        <p:spPr>
          <a:xfrm>
            <a:off x="687226" y="3778758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13" dirty="0"/>
          </a:p>
        </p:txBody>
      </p:sp>
      <p:pic>
        <p:nvPicPr>
          <p:cNvPr id="63" name="Image 5" descr="preencoded.png">
            <a:extLst>
              <a:ext uri="{FF2B5EF4-FFF2-40B4-BE49-F238E27FC236}">
                <a16:creationId xmlns:a16="http://schemas.microsoft.com/office/drawing/2014/main" id="{C1B4C27C-D68C-A8F9-1FD6-A4F42FB10E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4658" y="4286250"/>
            <a:ext cx="384048" cy="384048"/>
          </a:xfrm>
          <a:prstGeom prst="rect">
            <a:avLst/>
          </a:prstGeom>
        </p:spPr>
      </p:pic>
      <p:sp>
        <p:nvSpPr>
          <p:cNvPr id="64" name="Text 36">
            <a:extLst>
              <a:ext uri="{FF2B5EF4-FFF2-40B4-BE49-F238E27FC236}">
                <a16:creationId xmlns:a16="http://schemas.microsoft.com/office/drawing/2014/main" id="{E5BE48B2-D626-35D3-D851-FE0993119411}"/>
              </a:ext>
            </a:extLst>
          </p:cNvPr>
          <p:cNvSpPr/>
          <p:nvPr/>
        </p:nvSpPr>
        <p:spPr>
          <a:xfrm>
            <a:off x="1283872" y="3785616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Constraint Adherence</a:t>
            </a:r>
            <a:endParaRPr lang="en-US" sz="1200" dirty="0"/>
          </a:p>
        </p:txBody>
      </p:sp>
      <p:sp>
        <p:nvSpPr>
          <p:cNvPr id="65" name="Shape 37">
            <a:extLst>
              <a:ext uri="{FF2B5EF4-FFF2-40B4-BE49-F238E27FC236}">
                <a16:creationId xmlns:a16="http://schemas.microsoft.com/office/drawing/2014/main" id="{2783725A-5336-B494-1051-E9435383CD80}"/>
              </a:ext>
            </a:extLst>
          </p:cNvPr>
          <p:cNvSpPr/>
          <p:nvPr/>
        </p:nvSpPr>
        <p:spPr>
          <a:xfrm>
            <a:off x="1283872" y="4149090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A9D93290-826D-5F6D-6E88-4B1DF560EF19}"/>
              </a:ext>
            </a:extLst>
          </p:cNvPr>
          <p:cNvSpPr/>
          <p:nvPr/>
        </p:nvSpPr>
        <p:spPr>
          <a:xfrm>
            <a:off x="1283872" y="4258817"/>
            <a:ext cx="1899666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n-US" sz="800" dirty="0">
                <a:solidFill>
                  <a:srgbClr val="1421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 it respect permissions, policies, and approval boundaries?
</a:t>
            </a:r>
          </a:p>
          <a:p>
            <a:r>
              <a:rPr lang="en-US" sz="800" dirty="0">
                <a:solidFill>
                  <a:srgbClr val="1421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 it protect sensitive data and avoid unauthorized actions?
</a:t>
            </a:r>
          </a:p>
          <a:p>
            <a:r>
              <a:rPr lang="en-US" sz="800" dirty="0">
                <a:solidFill>
                  <a:srgbClr val="1421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 failures handled through refusal, stopping, or escalation?</a:t>
            </a:r>
          </a:p>
        </p:txBody>
      </p:sp>
      <p:sp>
        <p:nvSpPr>
          <p:cNvPr id="67" name="Shape 39">
            <a:extLst>
              <a:ext uri="{FF2B5EF4-FFF2-40B4-BE49-F238E27FC236}">
                <a16:creationId xmlns:a16="http://schemas.microsoft.com/office/drawing/2014/main" id="{C4CEB8D7-510E-C9E6-FE65-8F4EBCB0920E}"/>
              </a:ext>
            </a:extLst>
          </p:cNvPr>
          <p:cNvSpPr/>
          <p:nvPr/>
        </p:nvSpPr>
        <p:spPr>
          <a:xfrm>
            <a:off x="3286408" y="3682746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F80D48C0-F470-3FDE-7A05-8BAD24E5AC1A}"/>
              </a:ext>
            </a:extLst>
          </p:cNvPr>
          <p:cNvSpPr/>
          <p:nvPr/>
        </p:nvSpPr>
        <p:spPr>
          <a:xfrm>
            <a:off x="3409852" y="3778758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13" dirty="0"/>
          </a:p>
        </p:txBody>
      </p:sp>
      <p:pic>
        <p:nvPicPr>
          <p:cNvPr id="69" name="Image 6" descr="preencoded.png">
            <a:extLst>
              <a:ext uri="{FF2B5EF4-FFF2-40B4-BE49-F238E27FC236}">
                <a16:creationId xmlns:a16="http://schemas.microsoft.com/office/drawing/2014/main" id="{11B09041-0C94-CA36-5974-805EEEFB71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37284" y="4286250"/>
            <a:ext cx="384048" cy="384048"/>
          </a:xfrm>
          <a:prstGeom prst="rect">
            <a:avLst/>
          </a:prstGeom>
        </p:spPr>
      </p:pic>
      <p:sp>
        <p:nvSpPr>
          <p:cNvPr id="70" name="Text 41">
            <a:extLst>
              <a:ext uri="{FF2B5EF4-FFF2-40B4-BE49-F238E27FC236}">
                <a16:creationId xmlns:a16="http://schemas.microsoft.com/office/drawing/2014/main" id="{71EC940E-8844-0AC1-0228-540B63AA9B91}"/>
              </a:ext>
            </a:extLst>
          </p:cNvPr>
          <p:cNvSpPr/>
          <p:nvPr/>
        </p:nvSpPr>
        <p:spPr>
          <a:xfrm>
            <a:off x="4006498" y="3785616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Efficiency, Reliability &amp;</a:t>
            </a:r>
            <a:endParaRPr lang="en-US" sz="1200" dirty="0"/>
          </a:p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Quality</a:t>
            </a:r>
            <a:endParaRPr lang="en-US" sz="1200" dirty="0"/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04B3A61A-E94E-5B4A-61F3-CFE751F0FD75}"/>
              </a:ext>
            </a:extLst>
          </p:cNvPr>
          <p:cNvSpPr/>
          <p:nvPr/>
        </p:nvSpPr>
        <p:spPr>
          <a:xfrm>
            <a:off x="4006498" y="4149090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Text 43">
            <a:extLst>
              <a:ext uri="{FF2B5EF4-FFF2-40B4-BE49-F238E27FC236}">
                <a16:creationId xmlns:a16="http://schemas.microsoft.com/office/drawing/2014/main" id="{0FB45F82-6799-ABAC-0C51-EE01869950F7}"/>
              </a:ext>
            </a:extLst>
          </p:cNvPr>
          <p:cNvSpPr/>
          <p:nvPr/>
        </p:nvSpPr>
        <p:spPr>
          <a:xfrm>
            <a:off x="4006498" y="4258818"/>
            <a:ext cx="189966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n-US" sz="700" dirty="0">
                <a:solidFill>
                  <a:srgbClr val="14213D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Measure latency, </a:t>
            </a:r>
            <a:r>
              <a:rPr lang="en-US" sz="1100" b="1" dirty="0">
                <a:solidFill>
                  <a:srgbClr val="C00000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cost</a:t>
            </a:r>
            <a:r>
              <a:rPr lang="en-US" sz="700" dirty="0">
                <a:solidFill>
                  <a:srgbClr val="14213D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, tool calls, retries, and human intervention
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rgbClr val="14213D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Test consistency across repeated runs and varied scenarios
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rgbClr val="14213D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A successful agent may still be unreliable or inefficient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C91E7685-3460-771D-9272-73CEFCF0E928}"/>
              </a:ext>
            </a:extLst>
          </p:cNvPr>
          <p:cNvSpPr/>
          <p:nvPr/>
        </p:nvSpPr>
        <p:spPr>
          <a:xfrm>
            <a:off x="6009034" y="3682746"/>
            <a:ext cx="2619756" cy="117957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50800" dir="2700000" algn="bl" rotWithShape="0">
              <a:srgbClr val="B0B8C2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2ABD1165-6F0D-77F7-DC31-F0DB4E4331B2}"/>
              </a:ext>
            </a:extLst>
          </p:cNvPr>
          <p:cNvSpPr/>
          <p:nvPr/>
        </p:nvSpPr>
        <p:spPr>
          <a:xfrm>
            <a:off x="6132478" y="3778758"/>
            <a:ext cx="226314" cy="226314"/>
          </a:xfrm>
          <a:prstGeom prst="rect">
            <a:avLst/>
          </a:prstGeom>
          <a:solidFill>
            <a:srgbClr val="14A8D7"/>
          </a:solidFill>
          <a:ln>
            <a:solidFill>
              <a:srgbClr val="14A8D7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13" dirty="0"/>
          </a:p>
        </p:txBody>
      </p:sp>
      <p:pic>
        <p:nvPicPr>
          <p:cNvPr id="75" name="Image 7" descr="preencoded.png">
            <a:extLst>
              <a:ext uri="{FF2B5EF4-FFF2-40B4-BE49-F238E27FC236}">
                <a16:creationId xmlns:a16="http://schemas.microsoft.com/office/drawing/2014/main" id="{97868B4B-8A5E-5DBF-4A9D-E57BE5CC72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59910" y="4286250"/>
            <a:ext cx="384048" cy="384048"/>
          </a:xfrm>
          <a:prstGeom prst="rect">
            <a:avLst/>
          </a:prstGeom>
        </p:spPr>
      </p:pic>
      <p:sp>
        <p:nvSpPr>
          <p:cNvPr id="76" name="Text 46">
            <a:extLst>
              <a:ext uri="{FF2B5EF4-FFF2-40B4-BE49-F238E27FC236}">
                <a16:creationId xmlns:a16="http://schemas.microsoft.com/office/drawing/2014/main" id="{CC69703C-F620-6BC7-EC4A-3B1BBD08CFE4}"/>
              </a:ext>
            </a:extLst>
          </p:cNvPr>
          <p:cNvSpPr/>
          <p:nvPr/>
        </p:nvSpPr>
        <p:spPr>
          <a:xfrm>
            <a:off x="6729124" y="3785616"/>
            <a:ext cx="17625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Evaluation &amp;</a:t>
            </a:r>
            <a:endParaRPr lang="en-US" sz="1200" dirty="0"/>
          </a:p>
          <a:p>
            <a:r>
              <a:rPr lang="en-US" sz="1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77" name="Shape 47">
            <a:extLst>
              <a:ext uri="{FF2B5EF4-FFF2-40B4-BE49-F238E27FC236}">
                <a16:creationId xmlns:a16="http://schemas.microsoft.com/office/drawing/2014/main" id="{8FB37083-83DD-D6E6-E089-0267A7E8C674}"/>
              </a:ext>
            </a:extLst>
          </p:cNvPr>
          <p:cNvSpPr/>
          <p:nvPr/>
        </p:nvSpPr>
        <p:spPr>
          <a:xfrm>
            <a:off x="6729124" y="4149090"/>
            <a:ext cx="1556766" cy="0"/>
          </a:xfrm>
          <a:prstGeom prst="line">
            <a:avLst/>
          </a:prstGeom>
          <a:noFill/>
          <a:ln w="25400">
            <a:solidFill>
              <a:srgbClr val="14A8D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8" name="Text 48">
            <a:extLst>
              <a:ext uri="{FF2B5EF4-FFF2-40B4-BE49-F238E27FC236}">
                <a16:creationId xmlns:a16="http://schemas.microsoft.com/office/drawing/2014/main" id="{27DBC955-B75F-D69E-E64B-DA39C4A221DC}"/>
              </a:ext>
            </a:extLst>
          </p:cNvPr>
          <p:cNvSpPr/>
          <p:nvPr/>
        </p:nvSpPr>
        <p:spPr>
          <a:xfrm>
            <a:off x="6729124" y="4258818"/>
            <a:ext cx="17419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important cases into regression tests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Re-evaluate when prompts, tools, models, or workflows change
</a:t>
            </a:r>
            <a:endParaRPr lang="en-US" sz="705" dirty="0"/>
          </a:p>
          <a:p>
            <a:r>
              <a:rPr lang="en-US" sz="705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production behavior, drift, and new failure modes</a:t>
            </a:r>
            <a:endParaRPr lang="en-US" sz="705" dirty="0"/>
          </a:p>
        </p:txBody>
      </p:sp>
      <p:sp>
        <p:nvSpPr>
          <p:cNvPr id="79" name="Text 3">
            <a:extLst>
              <a:ext uri="{FF2B5EF4-FFF2-40B4-BE49-F238E27FC236}">
                <a16:creationId xmlns:a16="http://schemas.microsoft.com/office/drawing/2014/main" id="{15260A3B-D4B3-5E1F-641E-195BE56F25A4}"/>
              </a:ext>
            </a:extLst>
          </p:cNvPr>
          <p:cNvSpPr/>
          <p:nvPr/>
        </p:nvSpPr>
        <p:spPr>
          <a:xfrm>
            <a:off x="2166043" y="1937390"/>
            <a:ext cx="5205222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475569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No universal framework exists yet — but a common industry pattern is emerging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" name="Image 8" descr="preencoded.png">
            <a:extLst>
              <a:ext uri="{FF2B5EF4-FFF2-40B4-BE49-F238E27FC236}">
                <a16:creationId xmlns:a16="http://schemas.microsoft.com/office/drawing/2014/main" id="{051D7211-5A6A-8521-F644-049C3A58D5A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21412" y="2002423"/>
            <a:ext cx="164592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6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86A6-1746-54EC-D0D4-F40658E3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4A181E7-BA05-394C-9D88-F5037FA08EC4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6D5E6C-1875-CB1C-E1A3-0AB8097C466C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475569"/>
                </a:solidFill>
                <a:latin typeface="Aptos" pitchFamily="34" charset="0"/>
              </a:rPr>
              <a:t>Evaluation Methods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63D244-F560-B7C3-9E31-03083F66440A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36E09C0B-F5C1-7919-B896-75E1F445F68A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0981C42-C863-E9F5-EDBB-3F1EAC05EA96}"/>
              </a:ext>
            </a:extLst>
          </p:cNvPr>
          <p:cNvSpPr/>
          <p:nvPr/>
        </p:nvSpPr>
        <p:spPr>
          <a:xfrm>
            <a:off x="377190" y="1229868"/>
            <a:ext cx="240030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GRADERS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5C0A27C-2BCA-6B42-5E67-DB40ACA1C76C}"/>
              </a:ext>
            </a:extLst>
          </p:cNvPr>
          <p:cNvSpPr/>
          <p:nvPr/>
        </p:nvSpPr>
        <p:spPr>
          <a:xfrm>
            <a:off x="377190" y="1469898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Code checks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Checks exact outputs or state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assert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customer_id</a:t>
            </a:r>
            <a:r>
              <a:rPr sz="700" i="1" dirty="0">
                <a:solidFill>
                  <a:srgbClr val="5C697D"/>
                </a:solidFill>
                <a:latin typeface="Aptos"/>
              </a:rPr>
              <a:t> is not None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6F85E3-F197-889E-2765-5693031C132E}"/>
              </a:ext>
            </a:extLst>
          </p:cNvPr>
          <p:cNvSpPr/>
          <p:nvPr/>
        </p:nvSpPr>
        <p:spPr>
          <a:xfrm>
            <a:off x="377190" y="1469898"/>
            <a:ext cx="82296" cy="651510"/>
          </a:xfrm>
          <a:prstGeom prst="rect">
            <a:avLst/>
          </a:prstGeom>
          <a:solidFill>
            <a:srgbClr val="2C7BE5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02DC6E2-3E5A-1BF9-419A-1E9895640EC4}"/>
              </a:ext>
            </a:extLst>
          </p:cNvPr>
          <p:cNvSpPr/>
          <p:nvPr/>
        </p:nvSpPr>
        <p:spPr>
          <a:xfrm>
            <a:off x="377190" y="2169414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Trace checks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Checks required order of steps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assert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approval_t</a:t>
            </a:r>
            <a:r>
              <a:rPr sz="700" i="1" dirty="0">
                <a:solidFill>
                  <a:srgbClr val="5C697D"/>
                </a:solidFill>
                <a:latin typeface="Aptos"/>
              </a:rPr>
              <a:t> &lt;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send_result_t</a:t>
            </a:r>
            <a:endParaRPr sz="700" i="1" dirty="0">
              <a:solidFill>
                <a:srgbClr val="5C697D"/>
              </a:solidFill>
              <a:latin typeface="Apto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054259-1311-1DE9-F463-6465D3EEE096}"/>
              </a:ext>
            </a:extLst>
          </p:cNvPr>
          <p:cNvSpPr/>
          <p:nvPr/>
        </p:nvSpPr>
        <p:spPr>
          <a:xfrm>
            <a:off x="377190" y="2169414"/>
            <a:ext cx="82296" cy="651510"/>
          </a:xfrm>
          <a:prstGeom prst="rect">
            <a:avLst/>
          </a:prstGeom>
          <a:solidFill>
            <a:srgbClr val="21B8BE"/>
          </a:solidFill>
          <a:ln>
            <a:solidFill>
              <a:srgbClr val="21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DFA5F52-DCFE-283E-945E-7443AB03790A}"/>
              </a:ext>
            </a:extLst>
          </p:cNvPr>
          <p:cNvSpPr/>
          <p:nvPr/>
        </p:nvSpPr>
        <p:spPr>
          <a:xfrm>
            <a:off x="377190" y="2868930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LLM-as-a-judge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Scores qualitative behavior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“Was the response clear and complete?”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F10A2BC-3157-CE09-3929-28505BF3B061}"/>
              </a:ext>
            </a:extLst>
          </p:cNvPr>
          <p:cNvSpPr/>
          <p:nvPr/>
        </p:nvSpPr>
        <p:spPr>
          <a:xfrm>
            <a:off x="377190" y="2868930"/>
            <a:ext cx="82296" cy="651510"/>
          </a:xfrm>
          <a:prstGeom prst="rect">
            <a:avLst/>
          </a:prstGeom>
          <a:solidFill>
            <a:srgbClr val="7A5DFF"/>
          </a:solidFill>
          <a:ln>
            <a:solidFill>
              <a:srgbClr val="7A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7A3433D-D902-1724-C851-B49B35E6206A}"/>
              </a:ext>
            </a:extLst>
          </p:cNvPr>
          <p:cNvSpPr/>
          <p:nvPr/>
        </p:nvSpPr>
        <p:spPr>
          <a:xfrm>
            <a:off x="377190" y="3568446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Human review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Reviews ambiguous or high-risk runs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“Was escalation appropriate?”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4934E2-7C92-AF7D-ED7A-26B95F48557D}"/>
              </a:ext>
            </a:extLst>
          </p:cNvPr>
          <p:cNvSpPr/>
          <p:nvPr/>
        </p:nvSpPr>
        <p:spPr>
          <a:xfrm>
            <a:off x="377190" y="3568446"/>
            <a:ext cx="82296" cy="65151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11300E2-A3F1-6892-ED08-1CF7D07966B8}"/>
              </a:ext>
            </a:extLst>
          </p:cNvPr>
          <p:cNvSpPr/>
          <p:nvPr/>
        </p:nvSpPr>
        <p:spPr>
          <a:xfrm>
            <a:off x="2983229" y="1229868"/>
            <a:ext cx="250317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OPERATIONAL MEASURES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0F6B3E2-3096-1DB3-33D3-DD4040559613}"/>
              </a:ext>
            </a:extLst>
          </p:cNvPr>
          <p:cNvSpPr/>
          <p:nvPr/>
        </p:nvSpPr>
        <p:spPr>
          <a:xfrm>
            <a:off x="2983229" y="1469898"/>
            <a:ext cx="2503170" cy="85725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 dirty="0">
                <a:solidFill>
                  <a:srgbClr val="142E57"/>
                </a:solidFill>
                <a:latin typeface="Aptos"/>
              </a:rPr>
              <a:t>Metrics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Measure efficiency, reliability, and cost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cost = $0.14, latency = 8.2s, tool calls = 6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B37E30F-CDD1-2F13-5796-0AED052DF056}"/>
              </a:ext>
            </a:extLst>
          </p:cNvPr>
          <p:cNvSpPr/>
          <p:nvPr/>
        </p:nvSpPr>
        <p:spPr>
          <a:xfrm>
            <a:off x="5623559" y="1229868"/>
            <a:ext cx="312039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TEST ENVIRONMENT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F1276BE-03F9-BD12-615F-0ED13FEC9B4B}"/>
              </a:ext>
            </a:extLst>
          </p:cNvPr>
          <p:cNvSpPr/>
          <p:nvPr/>
        </p:nvSpPr>
        <p:spPr>
          <a:xfrm>
            <a:off x="5623559" y="1469898"/>
            <a:ext cx="3120390" cy="85725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 dirty="0">
                <a:solidFill>
                  <a:srgbClr val="142E57"/>
                </a:solidFill>
                <a:latin typeface="Aptos"/>
              </a:rPr>
              <a:t>Benchmark / Validation Set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Defines the cases used for evaluation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50 normal + edge + safety scenarios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E85F3F4-49A6-F5AC-E8FF-9642127310DB}"/>
              </a:ext>
            </a:extLst>
          </p:cNvPr>
          <p:cNvSpPr/>
          <p:nvPr/>
        </p:nvSpPr>
        <p:spPr>
          <a:xfrm>
            <a:off x="2983229" y="2532888"/>
            <a:ext cx="5760720" cy="161163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4C34E0-BEA8-A65E-CD93-E93D700E4727}"/>
              </a:ext>
            </a:extLst>
          </p:cNvPr>
          <p:cNvSpPr txBox="1"/>
          <p:nvPr/>
        </p:nvSpPr>
        <p:spPr>
          <a:xfrm>
            <a:off x="3120390" y="2649474"/>
            <a:ext cx="2483372" cy="2654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5" b="1">
                <a:solidFill>
                  <a:srgbClr val="142E57"/>
                </a:solidFill>
                <a:latin typeface="Aptos"/>
              </a:rPr>
              <a:t>What each method mainly answers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0A81F61-A5A2-2195-F7BB-F235731927BD}"/>
              </a:ext>
            </a:extLst>
          </p:cNvPr>
          <p:cNvSpPr/>
          <p:nvPr/>
        </p:nvSpPr>
        <p:spPr>
          <a:xfrm>
            <a:off x="3099815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Correct result?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Code checks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9881F86-61A2-FBE9-0407-3959759B0BDE}"/>
              </a:ext>
            </a:extLst>
          </p:cNvPr>
          <p:cNvSpPr/>
          <p:nvPr/>
        </p:nvSpPr>
        <p:spPr>
          <a:xfrm>
            <a:off x="4032504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Correct process?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Trace checks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8C5A6C0-3C2B-6D57-A6F3-0364C8E86104}"/>
              </a:ext>
            </a:extLst>
          </p:cNvPr>
          <p:cNvSpPr/>
          <p:nvPr/>
        </p:nvSpPr>
        <p:spPr>
          <a:xfrm>
            <a:off x="4965192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Good quality?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LLM judge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B45CC71-3C07-3F55-D50E-6CF6FED70434}"/>
              </a:ext>
            </a:extLst>
          </p:cNvPr>
          <p:cNvSpPr/>
          <p:nvPr/>
        </p:nvSpPr>
        <p:spPr>
          <a:xfrm>
            <a:off x="5897880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Business sense?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Human review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8CBFFE8-C4E8-D367-D6DA-82E47C7D7875}"/>
              </a:ext>
            </a:extLst>
          </p:cNvPr>
          <p:cNvSpPr/>
          <p:nvPr/>
        </p:nvSpPr>
        <p:spPr>
          <a:xfrm>
            <a:off x="6830568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Operationally viable?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Metrics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DD1112D-D47E-D807-CA1D-E8019CDFED9A}"/>
              </a:ext>
            </a:extLst>
          </p:cNvPr>
          <p:cNvSpPr/>
          <p:nvPr/>
        </p:nvSpPr>
        <p:spPr>
          <a:xfrm>
            <a:off x="7763256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How robust across cases?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Benchmark set</a:t>
            </a:r>
          </a:p>
        </p:txBody>
      </p:sp>
    </p:spTree>
    <p:extLst>
      <p:ext uri="{BB962C8B-B14F-4D97-AF65-F5344CB8AC3E}">
        <p14:creationId xmlns:p14="http://schemas.microsoft.com/office/powerpoint/2010/main" val="11447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E53BE-D8B8-7CF2-DFC3-87C73142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2054869-BD8F-B4F7-55E5-41630D4151ED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0DE7EF-4D85-5D6C-01F3-FB7C5DF07C90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evaluated object is not just a final answer — it is the whole run.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B0801F-AC4C-00E6-F6F6-8C7AD27E79B8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89B6DB22-F9AB-24BF-2A33-16AC66509FEA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C8ABAD3-688B-C8CE-B2E5-5C95443CA650}"/>
              </a:ext>
            </a:extLst>
          </p:cNvPr>
          <p:cNvSpPr/>
          <p:nvPr/>
        </p:nvSpPr>
        <p:spPr>
          <a:xfrm>
            <a:off x="422910" y="1465516"/>
            <a:ext cx="2228850" cy="3291840"/>
          </a:xfrm>
          <a:prstGeom prst="roundRect">
            <a:avLst>
              <a:gd name="adj" fmla="val 2462"/>
            </a:avLst>
          </a:prstGeom>
          <a:solidFill>
            <a:srgbClr val="F5FAFD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210B4B2-4F6F-C4C5-B0C7-53FFE5AFDCFE}"/>
              </a:ext>
            </a:extLst>
          </p:cNvPr>
          <p:cNvSpPr/>
          <p:nvPr/>
        </p:nvSpPr>
        <p:spPr>
          <a:xfrm>
            <a:off x="594360" y="1623250"/>
            <a:ext cx="1920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0B1F3A"/>
                </a:solidFill>
              </a:rPr>
              <a:t>Agent run</a:t>
            </a:r>
            <a:endParaRPr lang="en-US" sz="1275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05DB740-09FF-FDEB-E714-F0BAD05020EB}"/>
              </a:ext>
            </a:extLst>
          </p:cNvPr>
          <p:cNvSpPr/>
          <p:nvPr/>
        </p:nvSpPr>
        <p:spPr>
          <a:xfrm>
            <a:off x="724662" y="1897570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E0D2145-032A-E767-077B-532027771E1D}"/>
              </a:ext>
            </a:extLst>
          </p:cNvPr>
          <p:cNvSpPr/>
          <p:nvPr/>
        </p:nvSpPr>
        <p:spPr>
          <a:xfrm>
            <a:off x="779526" y="1973008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Task input</a:t>
            </a:r>
            <a:endParaRPr lang="en-US" sz="645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32A8962-97EA-5BC8-28D1-BEAF2F6D9AF0}"/>
              </a:ext>
            </a:extLst>
          </p:cNvPr>
          <p:cNvSpPr/>
          <p:nvPr/>
        </p:nvSpPr>
        <p:spPr>
          <a:xfrm>
            <a:off x="1540764" y="2130742"/>
            <a:ext cx="0" cy="150876"/>
          </a:xfrm>
          <a:prstGeom prst="line">
            <a:avLst/>
          </a:prstGeom>
          <a:noFill/>
          <a:ln w="1397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11548F8-90E4-133F-9950-A2BA443E137C}"/>
              </a:ext>
            </a:extLst>
          </p:cNvPr>
          <p:cNvSpPr/>
          <p:nvPr/>
        </p:nvSpPr>
        <p:spPr>
          <a:xfrm>
            <a:off x="724662" y="2295334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3795D38-38CC-BB5D-405B-6144FE68C1C3}"/>
              </a:ext>
            </a:extLst>
          </p:cNvPr>
          <p:cNvSpPr/>
          <p:nvPr/>
        </p:nvSpPr>
        <p:spPr>
          <a:xfrm>
            <a:off x="779526" y="2370772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Reasoning / decisions</a:t>
            </a:r>
            <a:endParaRPr lang="en-US" sz="645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26819BC-0D6D-7097-BD52-8C84D3425E91}"/>
              </a:ext>
            </a:extLst>
          </p:cNvPr>
          <p:cNvSpPr/>
          <p:nvPr/>
        </p:nvSpPr>
        <p:spPr>
          <a:xfrm>
            <a:off x="1540764" y="2528506"/>
            <a:ext cx="0" cy="150876"/>
          </a:xfrm>
          <a:prstGeom prst="line">
            <a:avLst/>
          </a:prstGeom>
          <a:noFill/>
          <a:ln w="1397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7C28B3D-39FB-A425-E447-2EA2EBC06ACA}"/>
              </a:ext>
            </a:extLst>
          </p:cNvPr>
          <p:cNvSpPr/>
          <p:nvPr/>
        </p:nvSpPr>
        <p:spPr>
          <a:xfrm>
            <a:off x="724662" y="2693098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0A9A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F6A1E65-9221-4BB2-BC06-8B5DA5B63CAE}"/>
              </a:ext>
            </a:extLst>
          </p:cNvPr>
          <p:cNvSpPr/>
          <p:nvPr/>
        </p:nvSpPr>
        <p:spPr>
          <a:xfrm>
            <a:off x="779526" y="2768536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Tool calls</a:t>
            </a:r>
            <a:endParaRPr lang="en-US" sz="645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46BEBDF-A4C8-4D98-70DC-2F3950421E79}"/>
              </a:ext>
            </a:extLst>
          </p:cNvPr>
          <p:cNvSpPr/>
          <p:nvPr/>
        </p:nvSpPr>
        <p:spPr>
          <a:xfrm>
            <a:off x="1540764" y="2926270"/>
            <a:ext cx="0" cy="150876"/>
          </a:xfrm>
          <a:prstGeom prst="line">
            <a:avLst/>
          </a:prstGeom>
          <a:noFill/>
          <a:ln w="1397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E425C78-DFDB-E70A-FA77-A379ADDDA083}"/>
              </a:ext>
            </a:extLst>
          </p:cNvPr>
          <p:cNvSpPr/>
          <p:nvPr/>
        </p:nvSpPr>
        <p:spPr>
          <a:xfrm>
            <a:off x="724662" y="3090862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2DAA7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37B21414-6A76-327C-8845-826054E95034}"/>
              </a:ext>
            </a:extLst>
          </p:cNvPr>
          <p:cNvSpPr/>
          <p:nvPr/>
        </p:nvSpPr>
        <p:spPr>
          <a:xfrm>
            <a:off x="779526" y="3166300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Intermediate results</a:t>
            </a:r>
            <a:endParaRPr lang="en-US" sz="645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4FBC8E6-3531-B241-7777-70495EAED9E8}"/>
              </a:ext>
            </a:extLst>
          </p:cNvPr>
          <p:cNvSpPr/>
          <p:nvPr/>
        </p:nvSpPr>
        <p:spPr>
          <a:xfrm>
            <a:off x="1540764" y="3324034"/>
            <a:ext cx="0" cy="150876"/>
          </a:xfrm>
          <a:prstGeom prst="line">
            <a:avLst/>
          </a:prstGeom>
          <a:noFill/>
          <a:ln w="1397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7DBEE67-6E09-52CE-E470-A124E1178022}"/>
              </a:ext>
            </a:extLst>
          </p:cNvPr>
          <p:cNvSpPr/>
          <p:nvPr/>
        </p:nvSpPr>
        <p:spPr>
          <a:xfrm>
            <a:off x="724662" y="3488626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D66353B-38A0-60AB-45C1-74417EA1C6C4}"/>
              </a:ext>
            </a:extLst>
          </p:cNvPr>
          <p:cNvSpPr/>
          <p:nvPr/>
        </p:nvSpPr>
        <p:spPr>
          <a:xfrm>
            <a:off x="779526" y="3564064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Final response</a:t>
            </a:r>
            <a:endParaRPr lang="en-US" sz="645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8C34522-E3C3-769A-76B4-CA9721AF2258}"/>
              </a:ext>
            </a:extLst>
          </p:cNvPr>
          <p:cNvSpPr/>
          <p:nvPr/>
        </p:nvSpPr>
        <p:spPr>
          <a:xfrm>
            <a:off x="1540764" y="3721798"/>
            <a:ext cx="0" cy="150876"/>
          </a:xfrm>
          <a:prstGeom prst="line">
            <a:avLst/>
          </a:prstGeom>
          <a:noFill/>
          <a:ln w="1397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4FC3849-9E9F-B991-55FA-CA4E1C0E74CD}"/>
              </a:ext>
            </a:extLst>
          </p:cNvPr>
          <p:cNvSpPr/>
          <p:nvPr/>
        </p:nvSpPr>
        <p:spPr>
          <a:xfrm>
            <a:off x="724662" y="3886390"/>
            <a:ext cx="1632204" cy="23317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94C4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CBA6135-D3C6-B80B-4182-3065118970BF}"/>
              </a:ext>
            </a:extLst>
          </p:cNvPr>
          <p:cNvSpPr/>
          <p:nvPr/>
        </p:nvSpPr>
        <p:spPr>
          <a:xfrm>
            <a:off x="779526" y="3961828"/>
            <a:ext cx="15224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b="1" dirty="0">
                <a:solidFill>
                  <a:srgbClr val="0B1F3A"/>
                </a:solidFill>
              </a:rPr>
              <a:t>Final system state</a:t>
            </a:r>
            <a:endParaRPr lang="en-US" sz="645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DD287A1-F4F2-55CD-D8F5-2A69CF61F67B}"/>
              </a:ext>
            </a:extLst>
          </p:cNvPr>
          <p:cNvSpPr/>
          <p:nvPr/>
        </p:nvSpPr>
        <p:spPr>
          <a:xfrm>
            <a:off x="2720340" y="3111436"/>
            <a:ext cx="548640" cy="0"/>
          </a:xfrm>
          <a:prstGeom prst="line">
            <a:avLst/>
          </a:prstGeom>
          <a:noFill/>
          <a:ln w="25400">
            <a:solidFill>
              <a:srgbClr val="15B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6F09D95-C509-8602-D762-662443405D01}"/>
              </a:ext>
            </a:extLst>
          </p:cNvPr>
          <p:cNvSpPr/>
          <p:nvPr/>
        </p:nvSpPr>
        <p:spPr>
          <a:xfrm>
            <a:off x="2782062" y="2871406"/>
            <a:ext cx="425196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E6A75"/>
                </a:solidFill>
              </a:rPr>
              <a:t>evidence</a:t>
            </a:r>
            <a:endParaRPr lang="en-US" sz="563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A9F2A1C-F281-1414-C88D-47FA6E451A30}"/>
              </a:ext>
            </a:extLst>
          </p:cNvPr>
          <p:cNvSpPr/>
          <p:nvPr/>
        </p:nvSpPr>
        <p:spPr>
          <a:xfrm>
            <a:off x="3337560" y="1383220"/>
            <a:ext cx="2503170" cy="339471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15B8D4"/>
            </a:solidFill>
            <a:prstDash val="solid"/>
          </a:ln>
          <a:effectLst>
            <a:outerShdw blurRad="12700" dist="50800" dir="2700000" algn="bl" rotWithShape="0">
              <a:srgbClr val="D9E8EF">
                <a:alpha val="20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286B519-E1DC-CB03-43C4-9C11109B714D}"/>
              </a:ext>
            </a:extLst>
          </p:cNvPr>
          <p:cNvSpPr/>
          <p:nvPr/>
        </p:nvSpPr>
        <p:spPr>
          <a:xfrm>
            <a:off x="3509010" y="1561528"/>
            <a:ext cx="2125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75" b="1" dirty="0">
                <a:solidFill>
                  <a:srgbClr val="0B1F3A"/>
                </a:solidFill>
              </a:rPr>
              <a:t>Multiple graders</a:t>
            </a:r>
            <a:endParaRPr lang="en-US" sz="1275" dirty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DCA736E9-2AF4-088B-41CC-A1BC5E1D305C}"/>
              </a:ext>
            </a:extLst>
          </p:cNvPr>
          <p:cNvSpPr/>
          <p:nvPr/>
        </p:nvSpPr>
        <p:spPr>
          <a:xfrm>
            <a:off x="3550158" y="1918144"/>
            <a:ext cx="246888" cy="246888"/>
          </a:xfrm>
          <a:prstGeom prst="ellipse">
            <a:avLst/>
          </a:prstGeom>
          <a:solidFill>
            <a:srgbClr val="2DAA74"/>
          </a:solidFill>
          <a:ln w="12700">
            <a:solidFill>
              <a:srgbClr val="2DAA7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76D152D-18FF-DDF8-67D4-A4EB6AD15A68}"/>
              </a:ext>
            </a:extLst>
          </p:cNvPr>
          <p:cNvSpPr/>
          <p:nvPr/>
        </p:nvSpPr>
        <p:spPr>
          <a:xfrm>
            <a:off x="3550158" y="195243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✓</a:t>
            </a:r>
            <a:endParaRPr lang="en-US" sz="1125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48047DA-CC0F-AC4D-C6C8-D7C86EC891F2}"/>
              </a:ext>
            </a:extLst>
          </p:cNvPr>
          <p:cNvSpPr/>
          <p:nvPr/>
        </p:nvSpPr>
        <p:spPr>
          <a:xfrm>
            <a:off x="3865626" y="1918144"/>
            <a:ext cx="9326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0" b="1" dirty="0">
                <a:solidFill>
                  <a:srgbClr val="0B1F3A"/>
                </a:solidFill>
              </a:rPr>
              <a:t>Code checks</a:t>
            </a:r>
            <a:endParaRPr lang="en-US" sz="69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B3530F5A-8F11-2FE3-6F6D-1B22AB860C46}"/>
              </a:ext>
            </a:extLst>
          </p:cNvPr>
          <p:cNvSpPr/>
          <p:nvPr/>
        </p:nvSpPr>
        <p:spPr>
          <a:xfrm>
            <a:off x="4798314" y="1925002"/>
            <a:ext cx="85039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dirty="0">
                <a:solidFill>
                  <a:srgbClr val="5E6A75"/>
                </a:solidFill>
              </a:rPr>
              <a:t>Objective pass/fail</a:t>
            </a:r>
            <a:endParaRPr lang="en-US" sz="578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4A9D8B7-2BA6-7244-1D72-A5D4B21373DA}"/>
              </a:ext>
            </a:extLst>
          </p:cNvPr>
          <p:cNvSpPr/>
          <p:nvPr/>
        </p:nvSpPr>
        <p:spPr>
          <a:xfrm>
            <a:off x="3550158" y="2363914"/>
            <a:ext cx="246888" cy="2468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8733970-E0ED-50EF-FF8A-C101665DDAB0}"/>
              </a:ext>
            </a:extLst>
          </p:cNvPr>
          <p:cNvSpPr/>
          <p:nvPr/>
        </p:nvSpPr>
        <p:spPr>
          <a:xfrm>
            <a:off x="3550158" y="239820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→</a:t>
            </a:r>
            <a:endParaRPr lang="en-US" sz="1125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B1A2E48-2B8C-660C-F57F-6FF768A17EDA}"/>
              </a:ext>
            </a:extLst>
          </p:cNvPr>
          <p:cNvSpPr/>
          <p:nvPr/>
        </p:nvSpPr>
        <p:spPr>
          <a:xfrm>
            <a:off x="3865626" y="2363914"/>
            <a:ext cx="9326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0" b="1" dirty="0">
                <a:solidFill>
                  <a:srgbClr val="0B1F3A"/>
                </a:solidFill>
              </a:rPr>
              <a:t>Trace assertions</a:t>
            </a:r>
            <a:endParaRPr lang="en-US" sz="690" dirty="0"/>
          </a:p>
        </p:txBody>
      </p:sp>
      <p:sp>
        <p:nvSpPr>
          <p:cNvPr id="57" name="Text 36">
            <a:extLst>
              <a:ext uri="{FF2B5EF4-FFF2-40B4-BE49-F238E27FC236}">
                <a16:creationId xmlns:a16="http://schemas.microsoft.com/office/drawing/2014/main" id="{4CCAB8B3-244C-D683-3725-560497AACAA0}"/>
              </a:ext>
            </a:extLst>
          </p:cNvPr>
          <p:cNvSpPr/>
          <p:nvPr/>
        </p:nvSpPr>
        <p:spPr>
          <a:xfrm>
            <a:off x="4798314" y="2370772"/>
            <a:ext cx="85039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dirty="0">
                <a:solidFill>
                  <a:srgbClr val="5E6A75"/>
                </a:solidFill>
              </a:rPr>
              <a:t>Sequence and constraints</a:t>
            </a:r>
            <a:endParaRPr lang="en-US" sz="578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80C2ED9C-1456-A46C-BBD5-7B05FB040A2F}"/>
              </a:ext>
            </a:extLst>
          </p:cNvPr>
          <p:cNvSpPr/>
          <p:nvPr/>
        </p:nvSpPr>
        <p:spPr>
          <a:xfrm>
            <a:off x="3550158" y="2809684"/>
            <a:ext cx="246888" cy="24688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0" name="Text 38">
            <a:extLst>
              <a:ext uri="{FF2B5EF4-FFF2-40B4-BE49-F238E27FC236}">
                <a16:creationId xmlns:a16="http://schemas.microsoft.com/office/drawing/2014/main" id="{A2B20306-E23A-70F1-2A96-21B80C5F4938}"/>
              </a:ext>
            </a:extLst>
          </p:cNvPr>
          <p:cNvSpPr/>
          <p:nvPr/>
        </p:nvSpPr>
        <p:spPr>
          <a:xfrm>
            <a:off x="3550158" y="284397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J</a:t>
            </a:r>
            <a:endParaRPr lang="en-US" sz="1125" dirty="0"/>
          </a:p>
        </p:txBody>
      </p:sp>
      <p:sp>
        <p:nvSpPr>
          <p:cNvPr id="61" name="Text 39">
            <a:extLst>
              <a:ext uri="{FF2B5EF4-FFF2-40B4-BE49-F238E27FC236}">
                <a16:creationId xmlns:a16="http://schemas.microsoft.com/office/drawing/2014/main" id="{36F53896-D1EA-4943-192B-B9DD54C1FB00}"/>
              </a:ext>
            </a:extLst>
          </p:cNvPr>
          <p:cNvSpPr/>
          <p:nvPr/>
        </p:nvSpPr>
        <p:spPr>
          <a:xfrm>
            <a:off x="3865626" y="2809684"/>
            <a:ext cx="9326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0" b="1" dirty="0">
                <a:solidFill>
                  <a:srgbClr val="0B1F3A"/>
                </a:solidFill>
              </a:rPr>
              <a:t>LLM judge</a:t>
            </a:r>
            <a:endParaRPr lang="en-US" sz="690" dirty="0"/>
          </a:p>
        </p:txBody>
      </p:sp>
      <p:sp>
        <p:nvSpPr>
          <p:cNvPr id="62" name="Text 40">
            <a:extLst>
              <a:ext uri="{FF2B5EF4-FFF2-40B4-BE49-F238E27FC236}">
                <a16:creationId xmlns:a16="http://schemas.microsoft.com/office/drawing/2014/main" id="{B1138995-92DE-7543-BFAA-870AA19FD9C0}"/>
              </a:ext>
            </a:extLst>
          </p:cNvPr>
          <p:cNvSpPr/>
          <p:nvPr/>
        </p:nvSpPr>
        <p:spPr>
          <a:xfrm>
            <a:off x="4798314" y="2816542"/>
            <a:ext cx="85039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dirty="0">
                <a:solidFill>
                  <a:srgbClr val="5E6A75"/>
                </a:solidFill>
              </a:rPr>
              <a:t>Rubric-based quality</a:t>
            </a:r>
            <a:endParaRPr lang="en-US" sz="578" dirty="0"/>
          </a:p>
        </p:txBody>
      </p:sp>
      <p:sp>
        <p:nvSpPr>
          <p:cNvPr id="63" name="Shape 41">
            <a:extLst>
              <a:ext uri="{FF2B5EF4-FFF2-40B4-BE49-F238E27FC236}">
                <a16:creationId xmlns:a16="http://schemas.microsoft.com/office/drawing/2014/main" id="{9E15DEE5-893E-8BE7-A6B7-2E8EC7B44DFD}"/>
              </a:ext>
            </a:extLst>
          </p:cNvPr>
          <p:cNvSpPr/>
          <p:nvPr/>
        </p:nvSpPr>
        <p:spPr>
          <a:xfrm>
            <a:off x="3550158" y="3255454"/>
            <a:ext cx="246888" cy="2468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4" name="Text 42">
            <a:extLst>
              <a:ext uri="{FF2B5EF4-FFF2-40B4-BE49-F238E27FC236}">
                <a16:creationId xmlns:a16="http://schemas.microsoft.com/office/drawing/2014/main" id="{65C97DEC-4A6C-CBBA-2563-9C48D33C878E}"/>
              </a:ext>
            </a:extLst>
          </p:cNvPr>
          <p:cNvSpPr/>
          <p:nvPr/>
        </p:nvSpPr>
        <p:spPr>
          <a:xfrm>
            <a:off x="3550158" y="328974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H</a:t>
            </a:r>
            <a:endParaRPr lang="en-US" sz="1125" dirty="0"/>
          </a:p>
        </p:txBody>
      </p:sp>
      <p:sp>
        <p:nvSpPr>
          <p:cNvPr id="65" name="Text 43">
            <a:extLst>
              <a:ext uri="{FF2B5EF4-FFF2-40B4-BE49-F238E27FC236}">
                <a16:creationId xmlns:a16="http://schemas.microsoft.com/office/drawing/2014/main" id="{5D66FDB1-4F71-A0CF-D48E-D688B5594D4A}"/>
              </a:ext>
            </a:extLst>
          </p:cNvPr>
          <p:cNvSpPr/>
          <p:nvPr/>
        </p:nvSpPr>
        <p:spPr>
          <a:xfrm>
            <a:off x="3865626" y="3255454"/>
            <a:ext cx="9326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0" b="1" dirty="0">
                <a:solidFill>
                  <a:srgbClr val="0B1F3A"/>
                </a:solidFill>
              </a:rPr>
              <a:t>Human review</a:t>
            </a:r>
            <a:endParaRPr lang="en-US" sz="690" dirty="0"/>
          </a:p>
        </p:txBody>
      </p:sp>
      <p:sp>
        <p:nvSpPr>
          <p:cNvPr id="66" name="Text 44">
            <a:extLst>
              <a:ext uri="{FF2B5EF4-FFF2-40B4-BE49-F238E27FC236}">
                <a16:creationId xmlns:a16="http://schemas.microsoft.com/office/drawing/2014/main" id="{F32FAAD0-AA5E-B415-5033-A9FE0169A745}"/>
              </a:ext>
            </a:extLst>
          </p:cNvPr>
          <p:cNvSpPr/>
          <p:nvPr/>
        </p:nvSpPr>
        <p:spPr>
          <a:xfrm>
            <a:off x="4798314" y="3262312"/>
            <a:ext cx="85039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dirty="0">
                <a:solidFill>
                  <a:srgbClr val="5E6A75"/>
                </a:solidFill>
              </a:rPr>
              <a:t>Expert calibration</a:t>
            </a:r>
            <a:endParaRPr lang="en-US" sz="578" dirty="0"/>
          </a:p>
        </p:txBody>
      </p:sp>
      <p:sp>
        <p:nvSpPr>
          <p:cNvPr id="67" name="Shape 45">
            <a:extLst>
              <a:ext uri="{FF2B5EF4-FFF2-40B4-BE49-F238E27FC236}">
                <a16:creationId xmlns:a16="http://schemas.microsoft.com/office/drawing/2014/main" id="{CFF3E721-37BA-06C7-194E-899C5C5E0A88}"/>
              </a:ext>
            </a:extLst>
          </p:cNvPr>
          <p:cNvSpPr/>
          <p:nvPr/>
        </p:nvSpPr>
        <p:spPr>
          <a:xfrm>
            <a:off x="3550158" y="3701224"/>
            <a:ext cx="246888" cy="246888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8" name="Text 46">
            <a:extLst>
              <a:ext uri="{FF2B5EF4-FFF2-40B4-BE49-F238E27FC236}">
                <a16:creationId xmlns:a16="http://schemas.microsoft.com/office/drawing/2014/main" id="{17FD6E9D-FD09-2685-F4C5-4855794244F2}"/>
              </a:ext>
            </a:extLst>
          </p:cNvPr>
          <p:cNvSpPr/>
          <p:nvPr/>
        </p:nvSpPr>
        <p:spPr>
          <a:xfrm>
            <a:off x="3550158" y="3735514"/>
            <a:ext cx="246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#</a:t>
            </a:r>
            <a:endParaRPr lang="en-US" sz="1125" dirty="0"/>
          </a:p>
        </p:txBody>
      </p:sp>
      <p:sp>
        <p:nvSpPr>
          <p:cNvPr id="69" name="Text 47">
            <a:extLst>
              <a:ext uri="{FF2B5EF4-FFF2-40B4-BE49-F238E27FC236}">
                <a16:creationId xmlns:a16="http://schemas.microsoft.com/office/drawing/2014/main" id="{9819B273-D39E-DB71-2E41-C9F5BE0F5BFA}"/>
              </a:ext>
            </a:extLst>
          </p:cNvPr>
          <p:cNvSpPr/>
          <p:nvPr/>
        </p:nvSpPr>
        <p:spPr>
          <a:xfrm>
            <a:off x="3865626" y="3701224"/>
            <a:ext cx="9326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0" b="1" dirty="0">
                <a:solidFill>
                  <a:srgbClr val="0B1F3A"/>
                </a:solidFill>
              </a:rPr>
              <a:t>Metrics</a:t>
            </a:r>
            <a:endParaRPr lang="en-US" sz="690" dirty="0"/>
          </a:p>
        </p:txBody>
      </p:sp>
      <p:sp>
        <p:nvSpPr>
          <p:cNvPr id="70" name="Text 48">
            <a:extLst>
              <a:ext uri="{FF2B5EF4-FFF2-40B4-BE49-F238E27FC236}">
                <a16:creationId xmlns:a16="http://schemas.microsoft.com/office/drawing/2014/main" id="{55B27C1A-AE37-07C9-D891-117361732F47}"/>
              </a:ext>
            </a:extLst>
          </p:cNvPr>
          <p:cNvSpPr/>
          <p:nvPr/>
        </p:nvSpPr>
        <p:spPr>
          <a:xfrm>
            <a:off x="4798314" y="3708082"/>
            <a:ext cx="85039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dirty="0">
                <a:solidFill>
                  <a:srgbClr val="5E6A75"/>
                </a:solidFill>
              </a:rPr>
              <a:t>Cost, latency, retries</a:t>
            </a:r>
            <a:endParaRPr lang="en-US" sz="578" dirty="0"/>
          </a:p>
        </p:txBody>
      </p:sp>
      <p:sp>
        <p:nvSpPr>
          <p:cNvPr id="71" name="Shape 49">
            <a:extLst>
              <a:ext uri="{FF2B5EF4-FFF2-40B4-BE49-F238E27FC236}">
                <a16:creationId xmlns:a16="http://schemas.microsoft.com/office/drawing/2014/main" id="{9310C460-2303-EF28-EA3C-0AC2F8B9298D}"/>
              </a:ext>
            </a:extLst>
          </p:cNvPr>
          <p:cNvSpPr/>
          <p:nvPr/>
        </p:nvSpPr>
        <p:spPr>
          <a:xfrm>
            <a:off x="5923026" y="3111436"/>
            <a:ext cx="500634" cy="0"/>
          </a:xfrm>
          <a:prstGeom prst="line">
            <a:avLst/>
          </a:prstGeom>
          <a:noFill/>
          <a:ln w="25400">
            <a:solidFill>
              <a:srgbClr val="15B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Shape 50">
            <a:extLst>
              <a:ext uri="{FF2B5EF4-FFF2-40B4-BE49-F238E27FC236}">
                <a16:creationId xmlns:a16="http://schemas.microsoft.com/office/drawing/2014/main" id="{7CB49D64-CC15-A7D1-6231-7FEBD1C4BAB2}"/>
              </a:ext>
            </a:extLst>
          </p:cNvPr>
          <p:cNvSpPr/>
          <p:nvPr/>
        </p:nvSpPr>
        <p:spPr>
          <a:xfrm>
            <a:off x="6492240" y="1465516"/>
            <a:ext cx="2160270" cy="3236976"/>
          </a:xfrm>
          <a:prstGeom prst="roundRect">
            <a:avLst>
              <a:gd name="adj" fmla="val 2540"/>
            </a:avLst>
          </a:prstGeom>
          <a:solidFill>
            <a:srgbClr val="F5FAFD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3" name="Text 51">
            <a:extLst>
              <a:ext uri="{FF2B5EF4-FFF2-40B4-BE49-F238E27FC236}">
                <a16:creationId xmlns:a16="http://schemas.microsoft.com/office/drawing/2014/main" id="{0F2D790A-6F2A-8024-1079-53A42F4F94A7}"/>
              </a:ext>
            </a:extLst>
          </p:cNvPr>
          <p:cNvSpPr/>
          <p:nvPr/>
        </p:nvSpPr>
        <p:spPr>
          <a:xfrm>
            <a:off x="6697980" y="1630108"/>
            <a:ext cx="17556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75" b="1" dirty="0">
                <a:solidFill>
                  <a:srgbClr val="0B1F3A"/>
                </a:solidFill>
              </a:rPr>
              <a:t>Evaluation result</a:t>
            </a:r>
            <a:endParaRPr lang="en-US" sz="1275" dirty="0"/>
          </a:p>
        </p:txBody>
      </p:sp>
      <p:sp>
        <p:nvSpPr>
          <p:cNvPr id="74" name="Shape 52">
            <a:extLst>
              <a:ext uri="{FF2B5EF4-FFF2-40B4-BE49-F238E27FC236}">
                <a16:creationId xmlns:a16="http://schemas.microsoft.com/office/drawing/2014/main" id="{3665FDC4-788D-DB10-1543-D3C6A0C739EF}"/>
              </a:ext>
            </a:extLst>
          </p:cNvPr>
          <p:cNvSpPr/>
          <p:nvPr/>
        </p:nvSpPr>
        <p:spPr>
          <a:xfrm>
            <a:off x="6677406" y="1993582"/>
            <a:ext cx="1789938" cy="1597914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5" name="Text 53">
            <a:extLst>
              <a:ext uri="{FF2B5EF4-FFF2-40B4-BE49-F238E27FC236}">
                <a16:creationId xmlns:a16="http://schemas.microsoft.com/office/drawing/2014/main" id="{7E3FC160-6C80-D607-9B6A-24E6318C8F32}"/>
              </a:ext>
            </a:extLst>
          </p:cNvPr>
          <p:cNvSpPr/>
          <p:nvPr/>
        </p:nvSpPr>
        <p:spPr>
          <a:xfrm>
            <a:off x="6759703" y="2048446"/>
            <a:ext cx="536981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75" b="1" dirty="0">
                <a:solidFill>
                  <a:srgbClr val="2DAA74"/>
                </a:solidFill>
              </a:rPr>
              <a:t>Outcome</a:t>
            </a:r>
            <a:endParaRPr lang="en-US" sz="675" dirty="0"/>
          </a:p>
        </p:txBody>
      </p:sp>
      <p:sp>
        <p:nvSpPr>
          <p:cNvPr id="76" name="Text 54">
            <a:extLst>
              <a:ext uri="{FF2B5EF4-FFF2-40B4-BE49-F238E27FC236}">
                <a16:creationId xmlns:a16="http://schemas.microsoft.com/office/drawing/2014/main" id="{5E1095AE-AE4C-551D-A48A-D085B01CEAC7}"/>
              </a:ext>
            </a:extLst>
          </p:cNvPr>
          <p:cNvSpPr/>
          <p:nvPr/>
        </p:nvSpPr>
        <p:spPr>
          <a:xfrm>
            <a:off x="7697671" y="2048446"/>
            <a:ext cx="64437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75" dirty="0">
                <a:solidFill>
                  <a:srgbClr val="5E6A75"/>
                </a:solidFill>
              </a:rPr>
              <a:t>PASS</a:t>
            </a:r>
            <a:endParaRPr lang="en-US" sz="675" dirty="0"/>
          </a:p>
        </p:txBody>
      </p:sp>
      <p:sp>
        <p:nvSpPr>
          <p:cNvPr id="77" name="Shape 55">
            <a:extLst>
              <a:ext uri="{FF2B5EF4-FFF2-40B4-BE49-F238E27FC236}">
                <a16:creationId xmlns:a16="http://schemas.microsoft.com/office/drawing/2014/main" id="{8A5B4457-2450-FE39-332F-620209C01E6C}"/>
              </a:ext>
            </a:extLst>
          </p:cNvPr>
          <p:cNvSpPr/>
          <p:nvPr/>
        </p:nvSpPr>
        <p:spPr>
          <a:xfrm>
            <a:off x="6732270" y="2329624"/>
            <a:ext cx="1680210" cy="0"/>
          </a:xfrm>
          <a:prstGeom prst="line">
            <a:avLst/>
          </a:prstGeom>
          <a:noFill/>
          <a:ln w="7620">
            <a:solidFill>
              <a:srgbClr val="CFE7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350"/>
          </a:p>
        </p:txBody>
      </p:sp>
      <p:sp>
        <p:nvSpPr>
          <p:cNvPr id="78" name="Text 56">
            <a:extLst>
              <a:ext uri="{FF2B5EF4-FFF2-40B4-BE49-F238E27FC236}">
                <a16:creationId xmlns:a16="http://schemas.microsoft.com/office/drawing/2014/main" id="{8BD98452-04D9-ABFD-9042-5FCF96E9500C}"/>
              </a:ext>
            </a:extLst>
          </p:cNvPr>
          <p:cNvSpPr/>
          <p:nvPr/>
        </p:nvSpPr>
        <p:spPr>
          <a:xfrm>
            <a:off x="6759703" y="2357056"/>
            <a:ext cx="536981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75" b="1" dirty="0">
                <a:solidFill>
                  <a:srgbClr val="D94C4C"/>
                </a:solidFill>
              </a:rPr>
              <a:t>Trajectory</a:t>
            </a:r>
            <a:endParaRPr lang="en-US" sz="675" dirty="0"/>
          </a:p>
        </p:txBody>
      </p:sp>
      <p:sp>
        <p:nvSpPr>
          <p:cNvPr id="79" name="Text 57">
            <a:extLst>
              <a:ext uri="{FF2B5EF4-FFF2-40B4-BE49-F238E27FC236}">
                <a16:creationId xmlns:a16="http://schemas.microsoft.com/office/drawing/2014/main" id="{6ED14B69-48E1-7462-4C41-0F0F534C8798}"/>
              </a:ext>
            </a:extLst>
          </p:cNvPr>
          <p:cNvSpPr/>
          <p:nvPr/>
        </p:nvSpPr>
        <p:spPr>
          <a:xfrm>
            <a:off x="7697671" y="2357056"/>
            <a:ext cx="64437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75" dirty="0">
                <a:solidFill>
                  <a:srgbClr val="5E6A75"/>
                </a:solidFill>
              </a:rPr>
              <a:t>FAIL</a:t>
            </a:r>
            <a:endParaRPr lang="en-US" sz="675" dirty="0"/>
          </a:p>
        </p:txBody>
      </p:sp>
      <p:sp>
        <p:nvSpPr>
          <p:cNvPr id="80" name="Shape 58">
            <a:extLst>
              <a:ext uri="{FF2B5EF4-FFF2-40B4-BE49-F238E27FC236}">
                <a16:creationId xmlns:a16="http://schemas.microsoft.com/office/drawing/2014/main" id="{BB0D1767-FC1C-848A-2C6F-EB10C68B9F4D}"/>
              </a:ext>
            </a:extLst>
          </p:cNvPr>
          <p:cNvSpPr/>
          <p:nvPr/>
        </p:nvSpPr>
        <p:spPr>
          <a:xfrm>
            <a:off x="6732270" y="2638234"/>
            <a:ext cx="1680210" cy="0"/>
          </a:xfrm>
          <a:prstGeom prst="line">
            <a:avLst/>
          </a:prstGeom>
          <a:noFill/>
          <a:ln w="7620">
            <a:solidFill>
              <a:srgbClr val="CFE7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 59">
            <a:extLst>
              <a:ext uri="{FF2B5EF4-FFF2-40B4-BE49-F238E27FC236}">
                <a16:creationId xmlns:a16="http://schemas.microsoft.com/office/drawing/2014/main" id="{4F62EBA5-DFE0-2BA5-8CC9-E9C644396763}"/>
              </a:ext>
            </a:extLst>
          </p:cNvPr>
          <p:cNvSpPr/>
          <p:nvPr/>
        </p:nvSpPr>
        <p:spPr>
          <a:xfrm>
            <a:off x="6759703" y="2665666"/>
            <a:ext cx="536981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75" b="1" dirty="0">
                <a:solidFill>
                  <a:srgbClr val="D94C4C"/>
                </a:solidFill>
              </a:rPr>
              <a:t>Safety gates</a:t>
            </a:r>
            <a:endParaRPr lang="en-US" sz="675" dirty="0"/>
          </a:p>
        </p:txBody>
      </p:sp>
      <p:sp>
        <p:nvSpPr>
          <p:cNvPr id="82" name="Text 60">
            <a:extLst>
              <a:ext uri="{FF2B5EF4-FFF2-40B4-BE49-F238E27FC236}">
                <a16:creationId xmlns:a16="http://schemas.microsoft.com/office/drawing/2014/main" id="{6BBF4944-7C2C-77C0-D377-B77FC3945D9F}"/>
              </a:ext>
            </a:extLst>
          </p:cNvPr>
          <p:cNvSpPr/>
          <p:nvPr/>
        </p:nvSpPr>
        <p:spPr>
          <a:xfrm>
            <a:off x="7697671" y="2665666"/>
            <a:ext cx="64437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75" dirty="0">
                <a:solidFill>
                  <a:srgbClr val="5E6A75"/>
                </a:solidFill>
              </a:rPr>
              <a:t>FAIL</a:t>
            </a:r>
            <a:endParaRPr lang="en-US" sz="675" dirty="0"/>
          </a:p>
        </p:txBody>
      </p:sp>
      <p:sp>
        <p:nvSpPr>
          <p:cNvPr id="83" name="Shape 61">
            <a:extLst>
              <a:ext uri="{FF2B5EF4-FFF2-40B4-BE49-F238E27FC236}">
                <a16:creationId xmlns:a16="http://schemas.microsoft.com/office/drawing/2014/main" id="{39BC75D9-DB7E-5D4C-5E02-FBF2D1C7C74E}"/>
              </a:ext>
            </a:extLst>
          </p:cNvPr>
          <p:cNvSpPr/>
          <p:nvPr/>
        </p:nvSpPr>
        <p:spPr>
          <a:xfrm>
            <a:off x="6732270" y="2946844"/>
            <a:ext cx="1680210" cy="0"/>
          </a:xfrm>
          <a:prstGeom prst="line">
            <a:avLst/>
          </a:prstGeom>
          <a:noFill/>
          <a:ln w="7620">
            <a:solidFill>
              <a:srgbClr val="CFE7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350"/>
          </a:p>
        </p:txBody>
      </p:sp>
      <p:sp>
        <p:nvSpPr>
          <p:cNvPr id="84" name="Text 62">
            <a:extLst>
              <a:ext uri="{FF2B5EF4-FFF2-40B4-BE49-F238E27FC236}">
                <a16:creationId xmlns:a16="http://schemas.microsoft.com/office/drawing/2014/main" id="{854A82BD-4D44-F825-7B70-32D1C5D549A7}"/>
              </a:ext>
            </a:extLst>
          </p:cNvPr>
          <p:cNvSpPr/>
          <p:nvPr/>
        </p:nvSpPr>
        <p:spPr>
          <a:xfrm>
            <a:off x="6759703" y="2974276"/>
            <a:ext cx="536981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75" b="1" dirty="0">
                <a:solidFill>
                  <a:srgbClr val="0B1F3A"/>
                </a:solidFill>
              </a:rPr>
              <a:t>Efficiency</a:t>
            </a:r>
            <a:endParaRPr lang="en-US" sz="675" dirty="0"/>
          </a:p>
        </p:txBody>
      </p:sp>
      <p:sp>
        <p:nvSpPr>
          <p:cNvPr id="85" name="Text 63">
            <a:extLst>
              <a:ext uri="{FF2B5EF4-FFF2-40B4-BE49-F238E27FC236}">
                <a16:creationId xmlns:a16="http://schemas.microsoft.com/office/drawing/2014/main" id="{2EDA4095-FD23-00BA-07A5-084F65196275}"/>
              </a:ext>
            </a:extLst>
          </p:cNvPr>
          <p:cNvSpPr/>
          <p:nvPr/>
        </p:nvSpPr>
        <p:spPr>
          <a:xfrm>
            <a:off x="7697671" y="2974276"/>
            <a:ext cx="64437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75" dirty="0">
                <a:solidFill>
                  <a:srgbClr val="5E6A75"/>
                </a:solidFill>
              </a:rPr>
              <a:t>7 calls</a:t>
            </a:r>
            <a:endParaRPr lang="en-US" sz="675" dirty="0"/>
          </a:p>
        </p:txBody>
      </p:sp>
      <p:sp>
        <p:nvSpPr>
          <p:cNvPr id="86" name="Shape 64">
            <a:extLst>
              <a:ext uri="{FF2B5EF4-FFF2-40B4-BE49-F238E27FC236}">
                <a16:creationId xmlns:a16="http://schemas.microsoft.com/office/drawing/2014/main" id="{B86636B2-B2E4-B2D4-03FC-8250F1B2EDC9}"/>
              </a:ext>
            </a:extLst>
          </p:cNvPr>
          <p:cNvSpPr/>
          <p:nvPr/>
        </p:nvSpPr>
        <p:spPr>
          <a:xfrm>
            <a:off x="6732270" y="3255454"/>
            <a:ext cx="1680210" cy="0"/>
          </a:xfrm>
          <a:prstGeom prst="line">
            <a:avLst/>
          </a:prstGeom>
          <a:noFill/>
          <a:ln w="7620">
            <a:solidFill>
              <a:srgbClr val="CFE7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350"/>
          </a:p>
        </p:txBody>
      </p:sp>
      <p:sp>
        <p:nvSpPr>
          <p:cNvPr id="87" name="Text 65">
            <a:extLst>
              <a:ext uri="{FF2B5EF4-FFF2-40B4-BE49-F238E27FC236}">
                <a16:creationId xmlns:a16="http://schemas.microsoft.com/office/drawing/2014/main" id="{92B47695-98EE-5DEB-F6C0-D889A4ECC719}"/>
              </a:ext>
            </a:extLst>
          </p:cNvPr>
          <p:cNvSpPr/>
          <p:nvPr/>
        </p:nvSpPr>
        <p:spPr>
          <a:xfrm>
            <a:off x="6759703" y="3282886"/>
            <a:ext cx="536981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75" b="1" dirty="0">
                <a:solidFill>
                  <a:srgbClr val="D94C4C"/>
                </a:solidFill>
              </a:rPr>
              <a:t>Overall</a:t>
            </a:r>
            <a:endParaRPr lang="en-US" sz="675" dirty="0"/>
          </a:p>
        </p:txBody>
      </p:sp>
      <p:sp>
        <p:nvSpPr>
          <p:cNvPr id="88" name="Text 66">
            <a:extLst>
              <a:ext uri="{FF2B5EF4-FFF2-40B4-BE49-F238E27FC236}">
                <a16:creationId xmlns:a16="http://schemas.microsoft.com/office/drawing/2014/main" id="{05B8745C-50A7-AA14-F323-87FBE5111F54}"/>
              </a:ext>
            </a:extLst>
          </p:cNvPr>
          <p:cNvSpPr/>
          <p:nvPr/>
        </p:nvSpPr>
        <p:spPr>
          <a:xfrm>
            <a:off x="7697671" y="3282886"/>
            <a:ext cx="644378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75" dirty="0">
                <a:solidFill>
                  <a:srgbClr val="5E6A75"/>
                </a:solidFill>
              </a:rPr>
              <a:t>FAIL</a:t>
            </a:r>
            <a:endParaRPr lang="en-US" sz="675" dirty="0"/>
          </a:p>
        </p:txBody>
      </p:sp>
      <p:sp>
        <p:nvSpPr>
          <p:cNvPr id="89" name="Shape 67">
            <a:extLst>
              <a:ext uri="{FF2B5EF4-FFF2-40B4-BE49-F238E27FC236}">
                <a16:creationId xmlns:a16="http://schemas.microsoft.com/office/drawing/2014/main" id="{6BF59B59-5F20-8B1F-04DD-06DAB7D171B0}"/>
              </a:ext>
            </a:extLst>
          </p:cNvPr>
          <p:cNvSpPr/>
          <p:nvPr/>
        </p:nvSpPr>
        <p:spPr>
          <a:xfrm>
            <a:off x="6677406" y="3817810"/>
            <a:ext cx="1783080" cy="452628"/>
          </a:xfrm>
          <a:prstGeom prst="roundRect">
            <a:avLst>
              <a:gd name="adj" fmla="val 12121"/>
            </a:avLst>
          </a:prstGeom>
          <a:solidFill>
            <a:srgbClr val="FFF4F4"/>
          </a:solidFill>
          <a:ln w="12700">
            <a:solidFill>
              <a:srgbClr val="F0B3B3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0" name="Text 68">
            <a:extLst>
              <a:ext uri="{FF2B5EF4-FFF2-40B4-BE49-F238E27FC236}">
                <a16:creationId xmlns:a16="http://schemas.microsoft.com/office/drawing/2014/main" id="{D044341F-D427-F55E-B39F-3009920F159C}"/>
              </a:ext>
            </a:extLst>
          </p:cNvPr>
          <p:cNvSpPr/>
          <p:nvPr/>
        </p:nvSpPr>
        <p:spPr>
          <a:xfrm>
            <a:off x="6800850" y="3920680"/>
            <a:ext cx="1508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38" b="1" dirty="0">
                <a:solidFill>
                  <a:srgbClr val="D94C4C"/>
                </a:solidFill>
              </a:rPr>
              <a:t>Critical failure overrides average score</a:t>
            </a:r>
            <a:endParaRPr lang="en-US" sz="638" dirty="0"/>
          </a:p>
        </p:txBody>
      </p:sp>
      <p:sp>
        <p:nvSpPr>
          <p:cNvPr id="91" name="Shape 69">
            <a:extLst>
              <a:ext uri="{FF2B5EF4-FFF2-40B4-BE49-F238E27FC236}">
                <a16:creationId xmlns:a16="http://schemas.microsoft.com/office/drawing/2014/main" id="{BCE05FB9-35EC-E390-0A9D-65CA7F38080B}"/>
              </a:ext>
            </a:extLst>
          </p:cNvPr>
          <p:cNvSpPr/>
          <p:nvPr/>
        </p:nvSpPr>
        <p:spPr>
          <a:xfrm>
            <a:off x="662940" y="4839652"/>
            <a:ext cx="7818120" cy="192024"/>
          </a:xfrm>
          <a:prstGeom prst="roundRect">
            <a:avLst>
              <a:gd name="adj" fmla="val 28571"/>
            </a:avLst>
          </a:prstGeom>
          <a:solidFill>
            <a:srgbClr val="F0FBFF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2" name="Text 70">
            <a:extLst>
              <a:ext uri="{FF2B5EF4-FFF2-40B4-BE49-F238E27FC236}">
                <a16:creationId xmlns:a16="http://schemas.microsoft.com/office/drawing/2014/main" id="{AA5D2B3A-4B2A-3826-5713-6C5C467F0FF5}"/>
              </a:ext>
            </a:extLst>
          </p:cNvPr>
          <p:cNvSpPr/>
          <p:nvPr/>
        </p:nvSpPr>
        <p:spPr>
          <a:xfrm>
            <a:off x="800100" y="4887658"/>
            <a:ext cx="744093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70" dirty="0">
                <a:solidFill>
                  <a:srgbClr val="5E6A75"/>
                </a:solidFill>
              </a:rPr>
              <a:t>Use case-specific design: choose graders based on what evidence is objective, subjective, risky, or operationally important.</a:t>
            </a:r>
            <a:endParaRPr lang="en-US" sz="570" dirty="0"/>
          </a:p>
        </p:txBody>
      </p:sp>
      <p:sp>
        <p:nvSpPr>
          <p:cNvPr id="93" name="Text 2">
            <a:extLst>
              <a:ext uri="{FF2B5EF4-FFF2-40B4-BE49-F238E27FC236}">
                <a16:creationId xmlns:a16="http://schemas.microsoft.com/office/drawing/2014/main" id="{21458558-B310-7166-C63E-FA9D591F2AE0}"/>
              </a:ext>
            </a:extLst>
          </p:cNvPr>
          <p:cNvSpPr/>
          <p:nvPr/>
        </p:nvSpPr>
        <p:spPr>
          <a:xfrm>
            <a:off x="2997571" y="980593"/>
            <a:ext cx="28431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B1F3A"/>
                </a:solidFill>
                <a:latin typeface="Calibri" panose="020F0502020204030204" pitchFamily="34" charset="0"/>
                <a:ea typeface="Aptos Display" pitchFamily="34" charset="-122"/>
                <a:cs typeface="Calibri" panose="020F0502020204030204" pitchFamily="34" charset="0"/>
              </a:rPr>
              <a:t>How the Methods Work Together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39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DCE5-A067-BC93-948D-E5252F4D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985F0A6-912D-73DB-962D-EAB15B865C2B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9E7519-A031-84A5-6564-7002AEE7F9D9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Deterministic Tests in Practice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479868-547B-11A4-5019-BA488C2D8EE7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D2FD55BC-C5E0-A2AE-609A-3ED1F78EE72C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FC74FF2-F5C7-C3B7-ECC0-ADBF5B3FEDE0}"/>
              </a:ext>
            </a:extLst>
          </p:cNvPr>
          <p:cNvSpPr/>
          <p:nvPr/>
        </p:nvSpPr>
        <p:spPr>
          <a:xfrm>
            <a:off x="377190" y="1153747"/>
            <a:ext cx="404622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A. COMPONENT / OUTPUT CHECKS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8C4804-DD60-B5B3-4731-7A4751705018}"/>
              </a:ext>
            </a:extLst>
          </p:cNvPr>
          <p:cNvSpPr/>
          <p:nvPr/>
        </p:nvSpPr>
        <p:spPr>
          <a:xfrm>
            <a:off x="4663440" y="1153747"/>
            <a:ext cx="418338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B. TRACE / TRAJECTORY ASSERTIONS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85412C8-4A76-656A-1DBA-6E8DDE3ADD95}"/>
              </a:ext>
            </a:extLst>
          </p:cNvPr>
          <p:cNvSpPr/>
          <p:nvPr/>
        </p:nvSpPr>
        <p:spPr>
          <a:xfrm>
            <a:off x="377190" y="1428067"/>
            <a:ext cx="4046220" cy="72009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>
                <a:solidFill>
                  <a:srgbClr val="142E57"/>
                </a:solidFill>
                <a:latin typeface="Aptos"/>
              </a:rPr>
              <a:t>What it means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Check exact outputs, fields, states, or business rules.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91DAB12-496D-2B87-AEC3-345A179E71BA}"/>
              </a:ext>
            </a:extLst>
          </p:cNvPr>
          <p:cNvSpPr/>
          <p:nvPr/>
        </p:nvSpPr>
        <p:spPr>
          <a:xfrm>
            <a:off x="377190" y="2216737"/>
            <a:ext cx="4046220" cy="102870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57150" rtlCol="0" anchor="ctr"/>
          <a:lstStyle/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customer_id is not None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selected_card_id == expected_card_id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final_state == "ACTIVE"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api_result["status"] == "success"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1D96A57-0BF9-60C2-802E-869B042F51F1}"/>
              </a:ext>
            </a:extLst>
          </p:cNvPr>
          <p:cNvSpPr/>
          <p:nvPr/>
        </p:nvSpPr>
        <p:spPr>
          <a:xfrm>
            <a:off x="377190" y="3382597"/>
            <a:ext cx="4046220" cy="82296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>
                <a:solidFill>
                  <a:srgbClr val="142E57"/>
                </a:solidFill>
                <a:latin typeface="Aptos"/>
              </a:rPr>
              <a:t>Questions this answers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Was the result objectively correct?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Did the state or output match expectations?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474209E-EC21-08F5-F731-216CC8E88CFE}"/>
              </a:ext>
            </a:extLst>
          </p:cNvPr>
          <p:cNvSpPr/>
          <p:nvPr/>
        </p:nvSpPr>
        <p:spPr>
          <a:xfrm>
            <a:off x="4663440" y="1428067"/>
            <a:ext cx="4183380" cy="72009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 dirty="0">
                <a:solidFill>
                  <a:srgbClr val="142E57"/>
                </a:solidFill>
                <a:latin typeface="Aptos"/>
              </a:rPr>
              <a:t>What it means</a:t>
            </a:r>
          </a:p>
          <a:p>
            <a:pPr>
              <a:spcBef>
                <a:spcPts val="150"/>
              </a:spcBef>
            </a:pPr>
            <a:r>
              <a:rPr lang="en-CA" sz="825" dirty="0">
                <a:solidFill>
                  <a:srgbClr val="5C697D"/>
                </a:solidFill>
                <a:latin typeface="Aptos"/>
              </a:rPr>
              <a:t>Evaluate system execution</a:t>
            </a:r>
            <a:r>
              <a:rPr sz="825" dirty="0">
                <a:solidFill>
                  <a:srgbClr val="5C697D"/>
                </a:solidFill>
                <a:latin typeface="Aptos"/>
              </a:rPr>
              <a:t> </a:t>
            </a:r>
            <a:r>
              <a:rPr lang="en-US" sz="825" dirty="0">
                <a:solidFill>
                  <a:srgbClr val="5C697D"/>
                </a:solidFill>
                <a:latin typeface="Aptos"/>
              </a:rPr>
              <a:t>trace </a:t>
            </a:r>
            <a:r>
              <a:rPr sz="825" dirty="0">
                <a:solidFill>
                  <a:srgbClr val="5C697D"/>
                </a:solidFill>
                <a:latin typeface="Aptos"/>
              </a:rPr>
              <a:t>or policy constraint.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9DEAC73-537D-07AA-DF77-7F9B1C9DD641}"/>
              </a:ext>
            </a:extLst>
          </p:cNvPr>
          <p:cNvSpPr/>
          <p:nvPr/>
        </p:nvSpPr>
        <p:spPr>
          <a:xfrm>
            <a:off x="4663440" y="2216737"/>
            <a:ext cx="4183380" cy="102870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57150" rtlCol="0" anchor="ctr"/>
          <a:lstStyle/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auth_step &lt; account_lookup_step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eligibility_step &lt; action_step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approval_step &lt; send_result_step</a:t>
            </a:r>
          </a:p>
          <a:p>
            <a:pPr algn="l"/>
            <a:r>
              <a:rPr sz="788">
                <a:solidFill>
                  <a:srgbClr val="142E57"/>
                </a:solidFill>
                <a:latin typeface="Courier New"/>
              </a:rPr>
              <a:t>assert escalation_step is not None if risk_flagged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2D317CE-5E7F-3CA4-0DC8-F63F695183C5}"/>
              </a:ext>
            </a:extLst>
          </p:cNvPr>
          <p:cNvSpPr/>
          <p:nvPr/>
        </p:nvSpPr>
        <p:spPr>
          <a:xfrm>
            <a:off x="4663440" y="3382597"/>
            <a:ext cx="4183380" cy="82296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>
                <a:solidFill>
                  <a:srgbClr val="142E57"/>
                </a:solidFill>
                <a:latin typeface="Aptos"/>
              </a:rPr>
              <a:t>Questions this answers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Did the agent follow the required process?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Did it skip, repeat, or reorder critical steps?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5C36D9E-AC34-8669-F84A-8DC3DBA740F6}"/>
              </a:ext>
            </a:extLst>
          </p:cNvPr>
          <p:cNvSpPr/>
          <p:nvPr/>
        </p:nvSpPr>
        <p:spPr>
          <a:xfrm>
            <a:off x="582930" y="4411297"/>
            <a:ext cx="8092440" cy="425196"/>
          </a:xfrm>
          <a:prstGeom prst="roundRect">
            <a:avLst/>
          </a:prstGeom>
          <a:solidFill>
            <a:srgbClr val="F0F6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Key idea: both types are deterministic, but one checks the result while the other checks the path taken to get there.</a:t>
            </a:r>
          </a:p>
        </p:txBody>
      </p:sp>
    </p:spTree>
    <p:extLst>
      <p:ext uri="{BB962C8B-B14F-4D97-AF65-F5344CB8AC3E}">
        <p14:creationId xmlns:p14="http://schemas.microsoft.com/office/powerpoint/2010/main" val="1221153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FBC7-B7EF-F64E-C947-25508BC1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3CE55AD-B4A0-F01F-CE90-548C57DA0614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A9E74B-EE9F-480E-1558-73ABD17BE6CB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LLM-as-a-Judge and Human Review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15B2F9-DA7D-4B0A-7160-6ADB3AE3657D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079B5672-0244-6312-487D-8FFECA22C6B3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BF2EBDF-A2DC-BDBC-0101-BB5ADEA22F8F}"/>
              </a:ext>
            </a:extLst>
          </p:cNvPr>
          <p:cNvSpPr/>
          <p:nvPr/>
        </p:nvSpPr>
        <p:spPr>
          <a:xfrm>
            <a:off x="821767" y="1350834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75" b="1">
                <a:solidFill>
                  <a:srgbClr val="142E57"/>
                </a:solidFill>
                <a:latin typeface="Aptos"/>
              </a:rPr>
              <a:t>Example artifacts sent for review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Transcript excerpt: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Agent: “Your request is complete and the result is ready.”</a:t>
            </a:r>
          </a:p>
          <a:p>
            <a:pPr>
              <a:spcBef>
                <a:spcPts val="150"/>
              </a:spcBef>
            </a:pPr>
            <a:endParaRPr sz="825">
              <a:solidFill>
                <a:srgbClr val="5C697D"/>
              </a:solidFill>
              <a:latin typeface="Aptos"/>
            </a:endParaRP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Rubric: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Was the explanation clear?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Was it complete?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Was the action appropriately explained?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If escalated, was escalation justified?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835679-D9D2-BA8E-D15E-075DD1D22632}"/>
              </a:ext>
            </a:extLst>
          </p:cNvPr>
          <p:cNvSpPr/>
          <p:nvPr/>
        </p:nvSpPr>
        <p:spPr>
          <a:xfrm>
            <a:off x="3826104" y="1988820"/>
            <a:ext cx="2057400" cy="1508760"/>
          </a:xfrm>
          <a:prstGeom prst="roundRect">
            <a:avLst/>
          </a:prstGeom>
          <a:solidFill>
            <a:srgbClr val="F8FBFF"/>
          </a:solidFill>
          <a:ln>
            <a:solidFill>
              <a:srgbClr val="7A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350" b="1">
                <a:solidFill>
                  <a:srgbClr val="142E57"/>
                </a:solidFill>
                <a:latin typeface="Aptos"/>
              </a:rPr>
              <a:t>LLM judge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Input: transcript + rubric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Output: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clarity = 4/5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completeness = 3/5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explanation = acceptable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Summary: good quality, but one detail was omitted</a:t>
            </a:r>
          </a:p>
        </p:txBody>
      </p: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D7527ABC-C127-1F9F-27DB-308EB1DEC23F}"/>
              </a:ext>
            </a:extLst>
          </p:cNvPr>
          <p:cNvCxnSpPr/>
          <p:nvPr/>
        </p:nvCxnSpPr>
        <p:spPr>
          <a:xfrm>
            <a:off x="3572358" y="2640330"/>
            <a:ext cx="219456" cy="0"/>
          </a:xfrm>
          <a:prstGeom prst="line">
            <a:avLst/>
          </a:prstGeom>
          <a:ln w="25400">
            <a:solidFill>
              <a:srgbClr val="7A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D2887A-133F-4C70-520E-35FB71ABEFC2}"/>
              </a:ext>
            </a:extLst>
          </p:cNvPr>
          <p:cNvSpPr/>
          <p:nvPr/>
        </p:nvSpPr>
        <p:spPr>
          <a:xfrm>
            <a:off x="6157824" y="1988820"/>
            <a:ext cx="2194165" cy="1508755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350" b="1">
                <a:solidFill>
                  <a:srgbClr val="142E57"/>
                </a:solidFill>
                <a:latin typeface="Aptos"/>
              </a:rPr>
              <a:t>Human reviewer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What humans mainly do: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label gold-standard examples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calibrate the judge rubric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review ambiguous or high-risk runs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spot-check automated scores over time</a:t>
            </a:r>
          </a:p>
        </p:txBody>
      </p:sp>
      <p:cxnSp>
        <p:nvCxnSpPr>
          <p:cNvPr id="10" name="Connector 8">
            <a:extLst>
              <a:ext uri="{FF2B5EF4-FFF2-40B4-BE49-F238E27FC236}">
                <a16:creationId xmlns:a16="http://schemas.microsoft.com/office/drawing/2014/main" id="{0ACE7DA7-A54F-E5EB-B5E1-97B1F788F3E3}"/>
              </a:ext>
            </a:extLst>
          </p:cNvPr>
          <p:cNvCxnSpPr/>
          <p:nvPr/>
        </p:nvCxnSpPr>
        <p:spPr>
          <a:xfrm>
            <a:off x="5904079" y="2640330"/>
            <a:ext cx="219455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85F735-EAFA-1AA2-E282-45052CE34A34}"/>
              </a:ext>
            </a:extLst>
          </p:cNvPr>
          <p:cNvSpPr/>
          <p:nvPr/>
        </p:nvSpPr>
        <p:spPr>
          <a:xfrm>
            <a:off x="480060" y="4425695"/>
            <a:ext cx="8195310" cy="578729"/>
          </a:xfrm>
          <a:prstGeom prst="roundRect">
            <a:avLst/>
          </a:prstGeom>
          <a:solidFill>
            <a:srgbClr val="F0F6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How they complement each other</a:t>
            </a:r>
          </a:p>
          <a:p>
            <a:pPr>
              <a:spcBef>
                <a:spcPts val="150"/>
              </a:spcBef>
            </a:pPr>
            <a:r>
              <a:rPr sz="900" dirty="0">
                <a:solidFill>
                  <a:srgbClr val="5C697D"/>
                </a:solidFill>
                <a:latin typeface="Aptos"/>
              </a:rPr>
              <a:t>LLM judge scales subjective evaluation; human review provides calibration, business context, and a safety backstop.</a:t>
            </a:r>
          </a:p>
          <a:p>
            <a:pPr>
              <a:spcBef>
                <a:spcPts val="150"/>
              </a:spcBef>
            </a:pPr>
            <a:r>
              <a:rPr sz="900" dirty="0">
                <a:solidFill>
                  <a:srgbClr val="5C697D"/>
                </a:solidFill>
                <a:latin typeface="Aptos"/>
              </a:rPr>
              <a:t>Best use: let the LLM score many runs, then use humans to verify difficult cases and audit the judge itself.</a:t>
            </a:r>
          </a:p>
        </p:txBody>
      </p:sp>
    </p:spTree>
    <p:extLst>
      <p:ext uri="{BB962C8B-B14F-4D97-AF65-F5344CB8AC3E}">
        <p14:creationId xmlns:p14="http://schemas.microsoft.com/office/powerpoint/2010/main" val="4015001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9D89-61FF-2C25-6E81-F6107CB2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D7B68A6-5286-316F-81BB-B75B87CAF347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A72A32-64C9-C062-5EE9-EF0CC0FEDDE9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Metrics and Operational Measures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E25D8FC-AD93-7866-2327-EA889A46E66C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AC65B6A6-6407-9D2D-EF0F-E0C446E6840E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4A287AB-8803-B93C-8A07-3FED61AE5D5E}"/>
              </a:ext>
            </a:extLst>
          </p:cNvPr>
          <p:cNvSpPr/>
          <p:nvPr/>
        </p:nvSpPr>
        <p:spPr>
          <a:xfrm>
            <a:off x="377190" y="1165860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API cost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$0.14 / run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tokens × price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0790DA-9010-9252-792A-A6780E1A16A7}"/>
              </a:ext>
            </a:extLst>
          </p:cNvPr>
          <p:cNvSpPr/>
          <p:nvPr/>
        </p:nvSpPr>
        <p:spPr>
          <a:xfrm>
            <a:off x="1837943" y="1165860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Latency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8.2s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end-to-end time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5D0961-0330-9B3F-2EC7-C940A5F7C7FF}"/>
              </a:ext>
            </a:extLst>
          </p:cNvPr>
          <p:cNvSpPr/>
          <p:nvPr/>
        </p:nvSpPr>
        <p:spPr>
          <a:xfrm>
            <a:off x="3298698" y="1165860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Tool calls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6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including retries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012072-AE5D-1866-3D51-D60D83364E7E}"/>
              </a:ext>
            </a:extLst>
          </p:cNvPr>
          <p:cNvSpPr/>
          <p:nvPr/>
        </p:nvSpPr>
        <p:spPr>
          <a:xfrm>
            <a:off x="377190" y="2071116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Retry count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1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failure recovery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913D65-60C6-8014-39E6-A398BF4A3EF3}"/>
              </a:ext>
            </a:extLst>
          </p:cNvPr>
          <p:cNvSpPr/>
          <p:nvPr/>
        </p:nvSpPr>
        <p:spPr>
          <a:xfrm>
            <a:off x="1837943" y="2071116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Human handoff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12%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escalation rate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569F3F-544F-771D-E4ED-62F734A1388C}"/>
              </a:ext>
            </a:extLst>
          </p:cNvPr>
          <p:cNvSpPr/>
          <p:nvPr/>
        </p:nvSpPr>
        <p:spPr>
          <a:xfrm>
            <a:off x="3298698" y="2071116"/>
            <a:ext cx="133731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125" b="1">
                <a:solidFill>
                  <a:srgbClr val="142E57"/>
                </a:solidFill>
                <a:latin typeface="Aptos"/>
              </a:rPr>
              <a:t>Success rate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91%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task completion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401A37-1FB4-D9C6-7609-6E02C0E06AA6}"/>
              </a:ext>
            </a:extLst>
          </p:cNvPr>
          <p:cNvSpPr/>
          <p:nvPr/>
        </p:nvSpPr>
        <p:spPr>
          <a:xfrm>
            <a:off x="4697730" y="1165861"/>
            <a:ext cx="4080510" cy="1405889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00" b="1">
                <a:solidFill>
                  <a:srgbClr val="142E57"/>
                </a:solidFill>
                <a:latin typeface="Aptos"/>
              </a:rPr>
              <a:t>Simple examples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Total API cost = input tokens + output tokens + tool-call usage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Latency = model time + tool time + retries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Reliability can also include failure rate, timeout rate, or repeated-step rate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533E30B-5C31-0CE4-99AE-402085B65610}"/>
              </a:ext>
            </a:extLst>
          </p:cNvPr>
          <p:cNvSpPr/>
          <p:nvPr/>
        </p:nvSpPr>
        <p:spPr>
          <a:xfrm>
            <a:off x="4697730" y="2743200"/>
            <a:ext cx="408051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00" b="1">
                <a:solidFill>
                  <a:srgbClr val="142E57"/>
                </a:solidFill>
                <a:latin typeface="Aptos"/>
              </a:rPr>
              <a:t>Why metrics vary by use case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Customer-service agent: latency, handoff rate, resolution rate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Research agent: cost, coverage, citation quality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Action-taking agent: safety failures, retries, intervention rate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8750E8C-DBD8-D9A6-EED4-260234CC67D5}"/>
              </a:ext>
            </a:extLst>
          </p:cNvPr>
          <p:cNvSpPr/>
          <p:nvPr/>
        </p:nvSpPr>
        <p:spPr>
          <a:xfrm>
            <a:off x="514350" y="4149090"/>
            <a:ext cx="8229600" cy="425196"/>
          </a:xfrm>
          <a:prstGeom prst="roundRect">
            <a:avLst/>
          </a:prstGeom>
          <a:solidFill>
            <a:srgbClr val="F0F6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Conclusion: operational metrics are universal in concept, but the exact metrics that matter depend on the agent’s use case.</a:t>
            </a:r>
          </a:p>
        </p:txBody>
      </p:sp>
    </p:spTree>
    <p:extLst>
      <p:ext uri="{BB962C8B-B14F-4D97-AF65-F5344CB8AC3E}">
        <p14:creationId xmlns:p14="http://schemas.microsoft.com/office/powerpoint/2010/main" val="2339611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38B0-78AD-2749-7227-BCAC1BE7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02F57E0-4CAC-2ED6-EFFC-1E41DB513B18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1EB8AB-752D-ABC1-A904-8AA6686850E6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i="1" dirty="0">
                <a:solidFill>
                  <a:srgbClr val="5E6A75"/>
                </a:solidFill>
                <a:latin typeface="Aptos" pitchFamily="34" charset="0"/>
              </a:rPr>
              <a:t>Benchmarks &amp; Continuous Evaluation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6E068C-E2D7-600B-38CC-F9EDA1010E23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A9C71BA9-BD0C-68AB-D24D-1A355DA51406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Aptos" pitchFamily="34" charset="0"/>
              </a:rPr>
              <a:t>Evaluation</a:t>
            </a:r>
            <a:endParaRPr lang="en-US" sz="26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292A5E3F-FDFC-D80B-9142-89C56251F597}"/>
              </a:ext>
            </a:extLst>
          </p:cNvPr>
          <p:cNvSpPr/>
          <p:nvPr/>
        </p:nvSpPr>
        <p:spPr>
          <a:xfrm>
            <a:off x="466344" y="1248156"/>
            <a:ext cx="2091690" cy="3120390"/>
          </a:xfrm>
          <a:prstGeom prst="roundRect">
            <a:avLst>
              <a:gd name="adj" fmla="val 2623"/>
            </a:avLst>
          </a:prstGeom>
          <a:solidFill>
            <a:srgbClr val="F5FAFD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5B41C1E-FE71-ED8B-28CB-C9A6E01CEA9A}"/>
              </a:ext>
            </a:extLst>
          </p:cNvPr>
          <p:cNvSpPr/>
          <p:nvPr/>
        </p:nvSpPr>
        <p:spPr>
          <a:xfrm>
            <a:off x="651510" y="140589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75" b="1" dirty="0">
                <a:solidFill>
                  <a:srgbClr val="0B1F3A"/>
                </a:solidFill>
              </a:rPr>
              <a:t>Evaluation set</a:t>
            </a:r>
            <a:endParaRPr lang="en-US" sz="1275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4EF66A3-BB9A-A693-8769-176315354681}"/>
              </a:ext>
            </a:extLst>
          </p:cNvPr>
          <p:cNvSpPr/>
          <p:nvPr/>
        </p:nvSpPr>
        <p:spPr>
          <a:xfrm>
            <a:off x="720090" y="1796796"/>
            <a:ext cx="233172" cy="233172"/>
          </a:xfrm>
          <a:prstGeom prst="ellipse">
            <a:avLst/>
          </a:prstGeom>
          <a:solidFill>
            <a:srgbClr val="2DAA74"/>
          </a:solidFill>
          <a:ln w="12700">
            <a:solidFill>
              <a:srgbClr val="2DAA7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6AEBE51-9D5B-DEBC-B4A4-E1A0E4A0C0BB}"/>
              </a:ext>
            </a:extLst>
          </p:cNvPr>
          <p:cNvSpPr/>
          <p:nvPr/>
        </p:nvSpPr>
        <p:spPr>
          <a:xfrm>
            <a:off x="720090" y="1831086"/>
            <a:ext cx="23317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1</a:t>
            </a:r>
            <a:endParaRPr lang="en-US" sz="1125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AFAD393-F06B-131E-627C-99E90B261DEE}"/>
              </a:ext>
            </a:extLst>
          </p:cNvPr>
          <p:cNvSpPr/>
          <p:nvPr/>
        </p:nvSpPr>
        <p:spPr>
          <a:xfrm>
            <a:off x="1028700" y="183794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3" b="1" dirty="0">
                <a:solidFill>
                  <a:srgbClr val="0B1F3A"/>
                </a:solidFill>
              </a:rPr>
              <a:t>Normal cases</a:t>
            </a:r>
            <a:endParaRPr lang="en-US" sz="683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A27F0B2-225A-40F8-0608-2FDEA71307D4}"/>
              </a:ext>
            </a:extLst>
          </p:cNvPr>
          <p:cNvSpPr/>
          <p:nvPr/>
        </p:nvSpPr>
        <p:spPr>
          <a:xfrm>
            <a:off x="720090" y="2194560"/>
            <a:ext cx="233172" cy="2331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35474C7-4B27-5535-C6E9-619FACC834E1}"/>
              </a:ext>
            </a:extLst>
          </p:cNvPr>
          <p:cNvSpPr/>
          <p:nvPr/>
        </p:nvSpPr>
        <p:spPr>
          <a:xfrm>
            <a:off x="720090" y="2228850"/>
            <a:ext cx="23317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2</a:t>
            </a:r>
            <a:endParaRPr lang="en-US" sz="1125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67ED45E2-BD9C-33F4-D812-DC312E8C56F0}"/>
              </a:ext>
            </a:extLst>
          </p:cNvPr>
          <p:cNvSpPr/>
          <p:nvPr/>
        </p:nvSpPr>
        <p:spPr>
          <a:xfrm>
            <a:off x="1028700" y="223570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3" b="1" dirty="0">
                <a:solidFill>
                  <a:srgbClr val="0B1F3A"/>
                </a:solidFill>
              </a:rPr>
              <a:t>Edge cases</a:t>
            </a:r>
            <a:endParaRPr lang="en-US" sz="683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6E3155B2-054D-2C3F-A807-893EA97B6B65}"/>
              </a:ext>
            </a:extLst>
          </p:cNvPr>
          <p:cNvSpPr/>
          <p:nvPr/>
        </p:nvSpPr>
        <p:spPr>
          <a:xfrm>
            <a:off x="720090" y="2592324"/>
            <a:ext cx="233172" cy="2331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C9D477B5-A1FD-5BE6-E29A-5DBE56636849}"/>
              </a:ext>
            </a:extLst>
          </p:cNvPr>
          <p:cNvSpPr/>
          <p:nvPr/>
        </p:nvSpPr>
        <p:spPr>
          <a:xfrm>
            <a:off x="720090" y="2626614"/>
            <a:ext cx="23317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3</a:t>
            </a:r>
            <a:endParaRPr lang="en-US" sz="1125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C2B1ED3E-E2A5-002A-8878-E393B4E7EA5B}"/>
              </a:ext>
            </a:extLst>
          </p:cNvPr>
          <p:cNvSpPr/>
          <p:nvPr/>
        </p:nvSpPr>
        <p:spPr>
          <a:xfrm>
            <a:off x="1028700" y="2633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3" b="1" dirty="0">
                <a:solidFill>
                  <a:srgbClr val="0B1F3A"/>
                </a:solidFill>
              </a:rPr>
              <a:t>Tool failures</a:t>
            </a:r>
            <a:endParaRPr lang="en-US" sz="683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5DD0D185-90E8-B339-C190-4D900F7D2A9F}"/>
              </a:ext>
            </a:extLst>
          </p:cNvPr>
          <p:cNvSpPr/>
          <p:nvPr/>
        </p:nvSpPr>
        <p:spPr>
          <a:xfrm>
            <a:off x="720090" y="2990088"/>
            <a:ext cx="233172" cy="233172"/>
          </a:xfrm>
          <a:prstGeom prst="ellipse">
            <a:avLst/>
          </a:prstGeom>
          <a:solidFill>
            <a:srgbClr val="D94C4C"/>
          </a:solidFill>
          <a:ln w="12700">
            <a:solidFill>
              <a:srgbClr val="D94C4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2AFC5B9B-F325-E29D-C40D-D7405DA3B966}"/>
              </a:ext>
            </a:extLst>
          </p:cNvPr>
          <p:cNvSpPr/>
          <p:nvPr/>
        </p:nvSpPr>
        <p:spPr>
          <a:xfrm>
            <a:off x="720090" y="3024378"/>
            <a:ext cx="23317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4</a:t>
            </a:r>
            <a:endParaRPr lang="en-US" sz="1125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0E836B88-DE1D-62BC-7B3E-1DFDCF12D9C7}"/>
              </a:ext>
            </a:extLst>
          </p:cNvPr>
          <p:cNvSpPr/>
          <p:nvPr/>
        </p:nvSpPr>
        <p:spPr>
          <a:xfrm>
            <a:off x="1028700" y="303123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3" b="1" dirty="0">
                <a:solidFill>
                  <a:srgbClr val="0B1F3A"/>
                </a:solidFill>
              </a:rPr>
              <a:t>Safety cases</a:t>
            </a:r>
            <a:endParaRPr lang="en-US" sz="683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C45C139C-A636-26ED-3A54-4EC96666479C}"/>
              </a:ext>
            </a:extLst>
          </p:cNvPr>
          <p:cNvSpPr/>
          <p:nvPr/>
        </p:nvSpPr>
        <p:spPr>
          <a:xfrm>
            <a:off x="720090" y="3387852"/>
            <a:ext cx="233172" cy="23317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59B74C5A-C8EA-8AF6-34DA-EA4EFBF7FD5B}"/>
              </a:ext>
            </a:extLst>
          </p:cNvPr>
          <p:cNvSpPr/>
          <p:nvPr/>
        </p:nvSpPr>
        <p:spPr>
          <a:xfrm>
            <a:off x="720090" y="3422142"/>
            <a:ext cx="23317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5</a:t>
            </a:r>
            <a:endParaRPr lang="en-US" sz="1125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E5529F98-85EF-0E17-1212-2C0D05EABFEB}"/>
              </a:ext>
            </a:extLst>
          </p:cNvPr>
          <p:cNvSpPr/>
          <p:nvPr/>
        </p:nvSpPr>
        <p:spPr>
          <a:xfrm>
            <a:off x="1028700" y="342900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83" b="1" dirty="0">
                <a:solidFill>
                  <a:srgbClr val="0B1F3A"/>
                </a:solidFill>
              </a:rPr>
              <a:t>Adversarial cases</a:t>
            </a:r>
            <a:endParaRPr lang="en-US" sz="683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35632911-1661-DC21-B50F-53878B4DDE8C}"/>
              </a:ext>
            </a:extLst>
          </p:cNvPr>
          <p:cNvSpPr/>
          <p:nvPr/>
        </p:nvSpPr>
        <p:spPr>
          <a:xfrm>
            <a:off x="651510" y="3943350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5E6A75"/>
                </a:solidFill>
              </a:rPr>
              <a:t>Each case includes: input, expected behavior, environment state, grader(s), and critical failure rules.</a:t>
            </a:r>
            <a:endParaRPr lang="en-US" sz="60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17CF6C1-4D0B-4D14-9711-97081DE03F8D}"/>
              </a:ext>
            </a:extLst>
          </p:cNvPr>
          <p:cNvSpPr/>
          <p:nvPr/>
        </p:nvSpPr>
        <p:spPr>
          <a:xfrm>
            <a:off x="2606040" y="2640330"/>
            <a:ext cx="651510" cy="0"/>
          </a:xfrm>
          <a:prstGeom prst="line">
            <a:avLst/>
          </a:prstGeom>
          <a:noFill/>
          <a:ln w="22860">
            <a:solidFill>
              <a:srgbClr val="15B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C2FBBEB6-1CCE-7314-D541-807E777CADD3}"/>
              </a:ext>
            </a:extLst>
          </p:cNvPr>
          <p:cNvSpPr/>
          <p:nvPr/>
        </p:nvSpPr>
        <p:spPr>
          <a:xfrm>
            <a:off x="3689604" y="1927098"/>
            <a:ext cx="342900" cy="3429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980C7B76-4973-D0A1-D322-B221DC57852A}"/>
              </a:ext>
            </a:extLst>
          </p:cNvPr>
          <p:cNvSpPr/>
          <p:nvPr/>
        </p:nvSpPr>
        <p:spPr>
          <a:xfrm>
            <a:off x="3689604" y="1961388"/>
            <a:ext cx="342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1</a:t>
            </a:r>
            <a:endParaRPr lang="en-US" sz="1125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C41FC34B-940E-6A2E-FDB1-F61433DFB337}"/>
              </a:ext>
            </a:extLst>
          </p:cNvPr>
          <p:cNvSpPr/>
          <p:nvPr/>
        </p:nvSpPr>
        <p:spPr>
          <a:xfrm>
            <a:off x="3298698" y="2352294"/>
            <a:ext cx="1124712" cy="58978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2700" dist="50800" dir="2700000" algn="bl" rotWithShape="0">
              <a:srgbClr val="D9E8EF">
                <a:alpha val="20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FFB66527-84E7-6D2A-A78C-5F9B3311E84F}"/>
              </a:ext>
            </a:extLst>
          </p:cNvPr>
          <p:cNvSpPr/>
          <p:nvPr/>
        </p:nvSpPr>
        <p:spPr>
          <a:xfrm>
            <a:off x="3367278" y="2468880"/>
            <a:ext cx="987552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35" b="1" dirty="0">
                <a:solidFill>
                  <a:srgbClr val="0B1F3A"/>
                </a:solidFill>
              </a:rPr>
              <a:t>Run agent</a:t>
            </a:r>
            <a:endParaRPr lang="en-US" sz="735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EBC20E50-EA41-9FEC-88FC-C4D0C3831E2C}"/>
              </a:ext>
            </a:extLst>
          </p:cNvPr>
          <p:cNvSpPr/>
          <p:nvPr/>
        </p:nvSpPr>
        <p:spPr>
          <a:xfrm>
            <a:off x="3380994" y="267462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88" dirty="0">
                <a:solidFill>
                  <a:srgbClr val="5E6A75"/>
                </a:solidFill>
              </a:rPr>
              <a:t>Same cases</a:t>
            </a:r>
            <a:endParaRPr lang="en-US" sz="488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666ABB23-3AB1-7B43-270D-CD53A74E69E0}"/>
              </a:ext>
            </a:extLst>
          </p:cNvPr>
          <p:cNvSpPr/>
          <p:nvPr/>
        </p:nvSpPr>
        <p:spPr>
          <a:xfrm>
            <a:off x="4423410" y="2647188"/>
            <a:ext cx="0" cy="0"/>
          </a:xfrm>
          <a:prstGeom prst="line">
            <a:avLst/>
          </a:prstGeom>
          <a:noFill/>
          <a:ln w="1524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634635AE-A7D8-0B03-CAEF-F30D12DDDB4E}"/>
              </a:ext>
            </a:extLst>
          </p:cNvPr>
          <p:cNvSpPr/>
          <p:nvPr/>
        </p:nvSpPr>
        <p:spPr>
          <a:xfrm>
            <a:off x="4896612" y="1920240"/>
            <a:ext cx="342900" cy="342900"/>
          </a:xfrm>
          <a:prstGeom prst="ellipse">
            <a:avLst/>
          </a:prstGeom>
          <a:solidFill>
            <a:srgbClr val="00A9A5"/>
          </a:solidFill>
          <a:ln w="12700">
            <a:solidFill>
              <a:srgbClr val="00A9A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ABCB0981-2A15-7071-C698-332C2D71973D}"/>
              </a:ext>
            </a:extLst>
          </p:cNvPr>
          <p:cNvSpPr/>
          <p:nvPr/>
        </p:nvSpPr>
        <p:spPr>
          <a:xfrm>
            <a:off x="4896612" y="1954530"/>
            <a:ext cx="342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2</a:t>
            </a:r>
            <a:endParaRPr lang="en-US" sz="1125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77B93E51-E91C-850B-1EAD-4117693E6869}"/>
              </a:ext>
            </a:extLst>
          </p:cNvPr>
          <p:cNvSpPr/>
          <p:nvPr/>
        </p:nvSpPr>
        <p:spPr>
          <a:xfrm>
            <a:off x="4505706" y="2345436"/>
            <a:ext cx="1124712" cy="58978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00A9A5"/>
            </a:solidFill>
            <a:prstDash val="solid"/>
          </a:ln>
          <a:effectLst>
            <a:outerShdw blurRad="12700" dist="50800" dir="2700000" algn="bl" rotWithShape="0">
              <a:srgbClr val="D9E8EF">
                <a:alpha val="20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6F056CC8-C021-952B-590B-8C04E7D3F06F}"/>
              </a:ext>
            </a:extLst>
          </p:cNvPr>
          <p:cNvSpPr/>
          <p:nvPr/>
        </p:nvSpPr>
        <p:spPr>
          <a:xfrm>
            <a:off x="4574286" y="2462022"/>
            <a:ext cx="987552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35" b="1" dirty="0">
                <a:solidFill>
                  <a:srgbClr val="0B1F3A"/>
                </a:solidFill>
              </a:rPr>
              <a:t>Apply graders</a:t>
            </a:r>
            <a:endParaRPr lang="en-US" sz="735" dirty="0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8D23A382-D48C-7394-CD6F-7AD69E0D104E}"/>
              </a:ext>
            </a:extLst>
          </p:cNvPr>
          <p:cNvSpPr/>
          <p:nvPr/>
        </p:nvSpPr>
        <p:spPr>
          <a:xfrm>
            <a:off x="4588002" y="266776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88" dirty="0">
                <a:solidFill>
                  <a:srgbClr val="5E6A75"/>
                </a:solidFill>
              </a:rPr>
              <a:t>Outcome + trace + judge + metrics</a:t>
            </a:r>
            <a:endParaRPr lang="en-US" sz="488" dirty="0"/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01D32C05-4765-D910-78BD-6225AF42EDC0}"/>
              </a:ext>
            </a:extLst>
          </p:cNvPr>
          <p:cNvSpPr/>
          <p:nvPr/>
        </p:nvSpPr>
        <p:spPr>
          <a:xfrm>
            <a:off x="5685282" y="2640330"/>
            <a:ext cx="0" cy="0"/>
          </a:xfrm>
          <a:prstGeom prst="line">
            <a:avLst/>
          </a:prstGeom>
          <a:noFill/>
          <a:ln w="15240">
            <a:solidFill>
              <a:srgbClr val="CFE7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F314AABF-0CF1-00D1-8809-23E8D3A40FC3}"/>
              </a:ext>
            </a:extLst>
          </p:cNvPr>
          <p:cNvSpPr/>
          <p:nvPr/>
        </p:nvSpPr>
        <p:spPr>
          <a:xfrm>
            <a:off x="6117336" y="1920240"/>
            <a:ext cx="342900" cy="3429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7C6CED53-785F-59B1-CF5E-F929F0BCF056}"/>
              </a:ext>
            </a:extLst>
          </p:cNvPr>
          <p:cNvSpPr/>
          <p:nvPr/>
        </p:nvSpPr>
        <p:spPr>
          <a:xfrm>
            <a:off x="6117336" y="1954530"/>
            <a:ext cx="342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3</a:t>
            </a:r>
            <a:endParaRPr lang="en-US" sz="1125" dirty="0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FEB8673D-67CF-F9BA-E16E-51D71C0797BD}"/>
              </a:ext>
            </a:extLst>
          </p:cNvPr>
          <p:cNvSpPr/>
          <p:nvPr/>
        </p:nvSpPr>
        <p:spPr>
          <a:xfrm>
            <a:off x="5726430" y="2345436"/>
            <a:ext cx="1124712" cy="58978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  <a:effectLst>
            <a:outerShdw blurRad="12700" dist="50800" dir="2700000" algn="bl" rotWithShape="0">
              <a:srgbClr val="D9E8EF">
                <a:alpha val="20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2368D94C-F2D7-2F81-B5BE-634A13C633A3}"/>
              </a:ext>
            </a:extLst>
          </p:cNvPr>
          <p:cNvSpPr/>
          <p:nvPr/>
        </p:nvSpPr>
        <p:spPr>
          <a:xfrm>
            <a:off x="5795010" y="2462022"/>
            <a:ext cx="987552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35" b="1" dirty="0">
                <a:solidFill>
                  <a:srgbClr val="0B1F3A"/>
                </a:solidFill>
              </a:rPr>
              <a:t>Compare versions</a:t>
            </a:r>
            <a:endParaRPr lang="en-US" sz="735" dirty="0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2E1F9F23-C1F4-1BA9-65B7-47706AC78C67}"/>
              </a:ext>
            </a:extLst>
          </p:cNvPr>
          <p:cNvSpPr/>
          <p:nvPr/>
        </p:nvSpPr>
        <p:spPr>
          <a:xfrm>
            <a:off x="5808726" y="266776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488" dirty="0">
                <a:solidFill>
                  <a:srgbClr val="5E6A75"/>
                </a:solidFill>
              </a:rPr>
              <a:t>Prompt / model / tools</a:t>
            </a:r>
            <a:endParaRPr lang="en-US" sz="488" dirty="0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A7BD11F1-CE88-9AB5-1F06-FE8A985D4A4C}"/>
              </a:ext>
            </a:extLst>
          </p:cNvPr>
          <p:cNvSpPr/>
          <p:nvPr/>
        </p:nvSpPr>
        <p:spPr>
          <a:xfrm>
            <a:off x="6926580" y="2640330"/>
            <a:ext cx="493776" cy="0"/>
          </a:xfrm>
          <a:prstGeom prst="line">
            <a:avLst/>
          </a:prstGeom>
          <a:noFill/>
          <a:ln w="22860">
            <a:solidFill>
              <a:srgbClr val="15B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D04BB233-7E3A-63B7-0716-C188B4B386D3}"/>
              </a:ext>
            </a:extLst>
          </p:cNvPr>
          <p:cNvSpPr/>
          <p:nvPr/>
        </p:nvSpPr>
        <p:spPr>
          <a:xfrm>
            <a:off x="7440930" y="1796796"/>
            <a:ext cx="1337310" cy="1680210"/>
          </a:xfrm>
          <a:prstGeom prst="roundRect">
            <a:avLst>
              <a:gd name="adj" fmla="val 4103"/>
            </a:avLst>
          </a:prstGeom>
          <a:solidFill>
            <a:srgbClr val="F6FFF9"/>
          </a:solidFill>
          <a:ln w="12700">
            <a:solidFill>
              <a:srgbClr val="2DAA74"/>
            </a:solidFill>
            <a:prstDash val="solid"/>
          </a:ln>
          <a:effectLst>
            <a:outerShdw blurRad="12700" dist="50800" dir="2700000" algn="bl" rotWithShape="0">
              <a:srgbClr val="D9E8EF">
                <a:alpha val="20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2CAAF009-39C7-9844-CFAE-2A1265AF2EFB}"/>
              </a:ext>
            </a:extLst>
          </p:cNvPr>
          <p:cNvSpPr/>
          <p:nvPr/>
        </p:nvSpPr>
        <p:spPr>
          <a:xfrm>
            <a:off x="7578090" y="1988820"/>
            <a:ext cx="106299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0B1F3A"/>
                </a:solidFill>
              </a:rPr>
              <a:t>Release / improve</a:t>
            </a:r>
            <a:endParaRPr lang="en-US" sz="1013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82329D98-DCE0-D766-F027-ED10652461DD}"/>
              </a:ext>
            </a:extLst>
          </p:cNvPr>
          <p:cNvSpPr/>
          <p:nvPr/>
        </p:nvSpPr>
        <p:spPr>
          <a:xfrm>
            <a:off x="7578090" y="2297430"/>
            <a:ext cx="106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5E6A75"/>
                </a:solidFill>
              </a:rPr>
              <a:t>Use results to decide whether the system is safer, better, faster, or still blocked.</a:t>
            </a:r>
            <a:endParaRPr lang="en-US" sz="600" dirty="0"/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FB98B7CA-7A21-6D48-B861-FED1F14548DF}"/>
              </a:ext>
            </a:extLst>
          </p:cNvPr>
          <p:cNvSpPr/>
          <p:nvPr/>
        </p:nvSpPr>
        <p:spPr>
          <a:xfrm>
            <a:off x="7920990" y="2907792"/>
            <a:ext cx="342900" cy="342900"/>
          </a:xfrm>
          <a:prstGeom prst="ellipse">
            <a:avLst/>
          </a:prstGeom>
          <a:solidFill>
            <a:srgbClr val="2DAA74"/>
          </a:solidFill>
          <a:ln w="12700">
            <a:solidFill>
              <a:srgbClr val="2DAA7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7D479467-6D6D-8636-AF31-D0F739F27F9F}"/>
              </a:ext>
            </a:extLst>
          </p:cNvPr>
          <p:cNvSpPr/>
          <p:nvPr/>
        </p:nvSpPr>
        <p:spPr>
          <a:xfrm>
            <a:off x="7920990" y="2942082"/>
            <a:ext cx="342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25" b="1" dirty="0">
                <a:solidFill>
                  <a:srgbClr val="FFFFFF"/>
                </a:solidFill>
              </a:rPr>
              <a:t>✓</a:t>
            </a:r>
            <a:endParaRPr lang="en-US" sz="1125" dirty="0"/>
          </a:p>
        </p:txBody>
      </p:sp>
      <p:sp>
        <p:nvSpPr>
          <p:cNvPr id="56" name="Shape 48">
            <a:extLst>
              <a:ext uri="{FF2B5EF4-FFF2-40B4-BE49-F238E27FC236}">
                <a16:creationId xmlns:a16="http://schemas.microsoft.com/office/drawing/2014/main" id="{5A12C74D-1B2D-82A7-307E-9ECE9363651E}"/>
              </a:ext>
            </a:extLst>
          </p:cNvPr>
          <p:cNvSpPr/>
          <p:nvPr/>
        </p:nvSpPr>
        <p:spPr>
          <a:xfrm>
            <a:off x="3326130" y="3737610"/>
            <a:ext cx="5417820" cy="630936"/>
          </a:xfrm>
          <a:prstGeom prst="roundRect">
            <a:avLst>
              <a:gd name="adj" fmla="val 8696"/>
            </a:avLst>
          </a:prstGeom>
          <a:solidFill>
            <a:srgbClr val="F0FBFF"/>
          </a:solidFill>
          <a:ln w="12700">
            <a:solidFill>
              <a:srgbClr val="15B8D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3D23E26B-9E49-6A78-20FA-6467A8B9B9C8}"/>
              </a:ext>
            </a:extLst>
          </p:cNvPr>
          <p:cNvSpPr/>
          <p:nvPr/>
        </p:nvSpPr>
        <p:spPr>
          <a:xfrm>
            <a:off x="3497580" y="3867912"/>
            <a:ext cx="12344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0B1F3A"/>
                </a:solidFill>
              </a:rPr>
              <a:t>Production feedback loop</a:t>
            </a:r>
            <a:endParaRPr lang="en-US" sz="713" dirty="0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22325AB2-5DE6-DC15-5C07-F0B568E9687A}"/>
              </a:ext>
            </a:extLst>
          </p:cNvPr>
          <p:cNvSpPr/>
          <p:nvPr/>
        </p:nvSpPr>
        <p:spPr>
          <a:xfrm>
            <a:off x="4882896" y="3867912"/>
            <a:ext cx="366903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90" dirty="0">
                <a:solidFill>
                  <a:srgbClr val="5E6A75"/>
                </a:solidFill>
              </a:rPr>
              <a:t>Real failure → root-cause review → new evaluation case → regression test → improved system</a:t>
            </a:r>
            <a:endParaRPr lang="en-US" sz="690" dirty="0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67A9A887-E6DA-4715-BDDD-A8E27A492D22}"/>
              </a:ext>
            </a:extLst>
          </p:cNvPr>
          <p:cNvSpPr/>
          <p:nvPr/>
        </p:nvSpPr>
        <p:spPr>
          <a:xfrm>
            <a:off x="651510" y="4512564"/>
            <a:ext cx="7920990" cy="24003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CFE7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F316BC74-8481-297B-B7C5-0CFBD8766207}"/>
              </a:ext>
            </a:extLst>
          </p:cNvPr>
          <p:cNvSpPr/>
          <p:nvPr/>
        </p:nvSpPr>
        <p:spPr>
          <a:xfrm>
            <a:off x="768096" y="4567428"/>
            <a:ext cx="7680960" cy="89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570" dirty="0">
                <a:solidFill>
                  <a:srgbClr val="5E6A75"/>
                </a:solidFill>
              </a:rPr>
              <a:t>Practical takeaway: a benchmark is not only a public leaderboard. For most workplace agents, the most valuable benchmark is an internal scenario set that reflects real workflows and risks.</a:t>
            </a:r>
            <a:endParaRPr lang="en-US" sz="570" dirty="0"/>
          </a:p>
        </p:txBody>
      </p:sp>
    </p:spTree>
    <p:extLst>
      <p:ext uri="{BB962C8B-B14F-4D97-AF65-F5344CB8AC3E}">
        <p14:creationId xmlns:p14="http://schemas.microsoft.com/office/powerpoint/2010/main" val="825138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4A178-30DA-624A-1C97-A9D0E0CA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9778DD-4C06-A982-6CAD-36317E40200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C2C6ED-CF31-7338-34C2-ABF88CFF9A01}"/>
              </a:ext>
            </a:extLst>
          </p:cNvPr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56C5F3-A1B7-D347-12B0-F0F4CCAAB29F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6D9E20-CF6B-3368-6741-F8E7759FEC86}"/>
              </a:ext>
            </a:extLst>
          </p:cNvPr>
          <p:cNvSpPr/>
          <p:nvPr/>
        </p:nvSpPr>
        <p:spPr>
          <a:xfrm>
            <a:off x="2423160" y="12907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01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339BDD6-F32B-C19B-9940-4BF509749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52" y="1356790"/>
            <a:ext cx="376702" cy="37670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0FED078-A8E2-A96B-4065-58EBEC720666}"/>
              </a:ext>
            </a:extLst>
          </p:cNvPr>
          <p:cNvSpPr/>
          <p:nvPr/>
        </p:nvSpPr>
        <p:spPr>
          <a:xfrm>
            <a:off x="3657600" y="140501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ChatGPT to Codex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5D20C80-E002-B7F0-6BBD-A7FEE636EDA7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42EAFB7-232B-8908-A73F-40A100034A8D}"/>
              </a:ext>
            </a:extLst>
          </p:cNvPr>
          <p:cNvSpPr/>
          <p:nvPr/>
        </p:nvSpPr>
        <p:spPr>
          <a:xfrm>
            <a:off x="2423160" y="20953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48A77D4-044D-7016-7283-FA8B7E7CE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852" y="2161462"/>
            <a:ext cx="376702" cy="37670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35A056D2-D22F-5AF2-13C5-60441F7A26BA}"/>
              </a:ext>
            </a:extLst>
          </p:cNvPr>
          <p:cNvSpPr/>
          <p:nvPr/>
        </p:nvSpPr>
        <p:spPr>
          <a:xfrm>
            <a:off x="3657600" y="2209683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Agentic AI System</a:t>
            </a:r>
            <a:endParaRPr lang="en-US" sz="1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79456EA6-5A26-583A-E4FC-FAAB0026DDA9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799064-2720-243A-949F-D7C82374802A}"/>
              </a:ext>
            </a:extLst>
          </p:cNvPr>
          <p:cNvSpPr/>
          <p:nvPr/>
        </p:nvSpPr>
        <p:spPr>
          <a:xfrm>
            <a:off x="2423160" y="29000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D4861C8D-5480-4C51-28F2-89AA18F33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852" y="2966134"/>
            <a:ext cx="376702" cy="376702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96FA7C8B-DE04-AA3F-E512-7D2743B8CE10}"/>
              </a:ext>
            </a:extLst>
          </p:cNvPr>
          <p:cNvSpPr/>
          <p:nvPr/>
        </p:nvSpPr>
        <p:spPr>
          <a:xfrm>
            <a:off x="3657600" y="303721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8A736B75-9333-2AE6-5E2F-C4590D3E7CCE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362B0A1-DE95-FC9F-5FDC-804D04520BC4}"/>
              </a:ext>
            </a:extLst>
          </p:cNvPr>
          <p:cNvSpPr/>
          <p:nvPr/>
        </p:nvSpPr>
        <p:spPr>
          <a:xfrm>
            <a:off x="2423160" y="3704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74670340-352D-7563-C9F1-C4E703C7D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852" y="3770806"/>
            <a:ext cx="376702" cy="376702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9E6303E5-DD03-0B79-A5AB-8406D7FA33FB}"/>
              </a:ext>
            </a:extLst>
          </p:cNvPr>
          <p:cNvSpPr/>
          <p:nvPr/>
        </p:nvSpPr>
        <p:spPr>
          <a:xfrm>
            <a:off x="3657600" y="379616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1296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BB90-4595-C059-6DCB-2C9D22F1B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35FC97E-89C3-A6EA-C529-05AC06AC718C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7A6371-B1D8-DC91-3642-27BB0F9A5981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Introduction to demo use case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CD5369-E747-DD4D-1AD3-1997D9EEEB4E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D2079EF7-1648-E66D-E441-3F10F67B6219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3E6EB668-063C-CC47-35D2-0FA183BF3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53" y="956977"/>
            <a:ext cx="8179294" cy="417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6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FA38-74B6-668E-682C-858A2B31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F35196C-B2E4-5B7E-68C1-9CAC4B002FD9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1D0ABB-FBF0-B7C0-BA9E-741ADFAE525C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Demo preview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3EA6E4-45E5-7B74-3528-186FCA3BE477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7CF96A7B-CBF1-6197-384E-5F5044F27FBF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8544A-B6B0-A8CC-1C71-7C0F54AC3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0402"/>
            <a:ext cx="7772400" cy="37971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8B74F-89EB-CF45-7BB6-8D0A955E974F}"/>
              </a:ext>
            </a:extLst>
          </p:cNvPr>
          <p:cNvSpPr txBox="1"/>
          <p:nvPr/>
        </p:nvSpPr>
        <p:spPr>
          <a:xfrm>
            <a:off x="685800" y="928741"/>
            <a:ext cx="6567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python3 -m </a:t>
            </a:r>
            <a:r>
              <a:rPr lang="en-US" sz="1400" dirty="0" err="1"/>
              <a:t>streamlit</a:t>
            </a:r>
            <a:r>
              <a:rPr lang="en-US" sz="1400" dirty="0"/>
              <a:t> run </a:t>
            </a:r>
            <a:r>
              <a:rPr lang="en-US" sz="1400" dirty="0" err="1"/>
              <a:t>fraud_block_agent_demo</a:t>
            </a:r>
            <a:r>
              <a:rPr lang="en-US" sz="1400" dirty="0"/>
              <a:t>/</a:t>
            </a:r>
            <a:r>
              <a:rPr lang="en-US" sz="1400" dirty="0" err="1"/>
              <a:t>chat_ui.py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95166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ud_Block_Agent_Recorded_Demo.mp4">
            <a:hlinkClick r:id="" action="ppaction://media"/>
            <a:extLst>
              <a:ext uri="{FF2B5EF4-FFF2-40B4-BE49-F238E27FC236}">
                <a16:creationId xmlns:a16="http://schemas.microsoft.com/office/drawing/2014/main" id="{E54AFCEB-19B5-3D9C-D675-58ED97A0F3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0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BAEBD-6968-0E17-36B1-D8F1C5FD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A60DA9D-2F32-EEAC-9DC0-F7CE3BDC337C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C72276-C8FB-9CBB-AD89-D270A30E1481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475569"/>
                </a:solidFill>
                <a:latin typeface="Aptos" pitchFamily="34" charset="0"/>
              </a:rPr>
              <a:t>Evaluation Methods Revisit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5BA6F0-24EA-AC72-BA90-2FAFC1D76AC5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A74946-188D-AB54-770E-5067AAEF9F39}"/>
              </a:ext>
            </a:extLst>
          </p:cNvPr>
          <p:cNvSpPr/>
          <p:nvPr/>
        </p:nvSpPr>
        <p:spPr>
          <a:xfrm>
            <a:off x="377190" y="1229868"/>
            <a:ext cx="240030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GRADERS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0F1336F-1D55-1054-9FFB-C6299D4D9DAB}"/>
              </a:ext>
            </a:extLst>
          </p:cNvPr>
          <p:cNvSpPr/>
          <p:nvPr/>
        </p:nvSpPr>
        <p:spPr>
          <a:xfrm>
            <a:off x="377190" y="1469898"/>
            <a:ext cx="2434590" cy="6515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Code checks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Checks exact outputs or state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assert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customer_id</a:t>
            </a:r>
            <a:r>
              <a:rPr sz="700" i="1" dirty="0">
                <a:solidFill>
                  <a:srgbClr val="5C697D"/>
                </a:solidFill>
                <a:latin typeface="Aptos"/>
              </a:rPr>
              <a:t> is not None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8F2A0E-277E-A131-128A-72DD416C7565}"/>
              </a:ext>
            </a:extLst>
          </p:cNvPr>
          <p:cNvSpPr/>
          <p:nvPr/>
        </p:nvSpPr>
        <p:spPr>
          <a:xfrm>
            <a:off x="377190" y="1469898"/>
            <a:ext cx="82296" cy="651510"/>
          </a:xfrm>
          <a:prstGeom prst="rect">
            <a:avLst/>
          </a:prstGeom>
          <a:solidFill>
            <a:srgbClr val="2C7BE5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43B1296-518A-9264-58DF-C115B9DCB98D}"/>
              </a:ext>
            </a:extLst>
          </p:cNvPr>
          <p:cNvSpPr/>
          <p:nvPr/>
        </p:nvSpPr>
        <p:spPr>
          <a:xfrm>
            <a:off x="377190" y="2169414"/>
            <a:ext cx="2434590" cy="6515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Trace checks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Checks required order of steps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assert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approval_t</a:t>
            </a:r>
            <a:r>
              <a:rPr sz="700" i="1" dirty="0">
                <a:solidFill>
                  <a:srgbClr val="5C697D"/>
                </a:solidFill>
                <a:latin typeface="Aptos"/>
              </a:rPr>
              <a:t> &lt; </a:t>
            </a:r>
            <a:r>
              <a:rPr sz="700" i="1" dirty="0" err="1">
                <a:solidFill>
                  <a:srgbClr val="5C697D"/>
                </a:solidFill>
                <a:latin typeface="Aptos"/>
              </a:rPr>
              <a:t>send_result_t</a:t>
            </a:r>
            <a:endParaRPr sz="700" i="1" dirty="0">
              <a:solidFill>
                <a:srgbClr val="5C697D"/>
              </a:solidFill>
              <a:latin typeface="Apto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550C19-1305-4D1E-91B3-422F28AD7F22}"/>
              </a:ext>
            </a:extLst>
          </p:cNvPr>
          <p:cNvSpPr/>
          <p:nvPr/>
        </p:nvSpPr>
        <p:spPr>
          <a:xfrm>
            <a:off x="377190" y="2169414"/>
            <a:ext cx="82296" cy="651510"/>
          </a:xfrm>
          <a:prstGeom prst="rect">
            <a:avLst/>
          </a:prstGeom>
          <a:solidFill>
            <a:srgbClr val="21B8BE"/>
          </a:solidFill>
          <a:ln>
            <a:solidFill>
              <a:srgbClr val="21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BDDA7F2-C3F8-81D4-6D09-405382D8B525}"/>
              </a:ext>
            </a:extLst>
          </p:cNvPr>
          <p:cNvSpPr/>
          <p:nvPr/>
        </p:nvSpPr>
        <p:spPr>
          <a:xfrm>
            <a:off x="377190" y="2868930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LLM-as-a-judge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Scores qualitative behavior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“Was the response clear and complete?”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06295A-6B07-6783-1392-A86D8163EBD7}"/>
              </a:ext>
            </a:extLst>
          </p:cNvPr>
          <p:cNvSpPr/>
          <p:nvPr/>
        </p:nvSpPr>
        <p:spPr>
          <a:xfrm>
            <a:off x="377190" y="2868930"/>
            <a:ext cx="82296" cy="651510"/>
          </a:xfrm>
          <a:prstGeom prst="rect">
            <a:avLst/>
          </a:prstGeom>
          <a:solidFill>
            <a:srgbClr val="7A5DFF"/>
          </a:solidFill>
          <a:ln>
            <a:solidFill>
              <a:srgbClr val="7A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4D1B364-060F-B2DE-4DE3-91BD9700DCAB}"/>
              </a:ext>
            </a:extLst>
          </p:cNvPr>
          <p:cNvSpPr/>
          <p:nvPr/>
        </p:nvSpPr>
        <p:spPr>
          <a:xfrm>
            <a:off x="377190" y="3568446"/>
            <a:ext cx="2434590" cy="6515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125" b="1" dirty="0">
                <a:solidFill>
                  <a:srgbClr val="142E57"/>
                </a:solidFill>
                <a:latin typeface="Aptos"/>
              </a:rPr>
              <a:t>Human review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Reviews ambiguous or high-risk runs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“Was escalation appropriate?”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9E39E8-E7AE-A85C-BA28-B8C2A84656CB}"/>
              </a:ext>
            </a:extLst>
          </p:cNvPr>
          <p:cNvSpPr/>
          <p:nvPr/>
        </p:nvSpPr>
        <p:spPr>
          <a:xfrm>
            <a:off x="377190" y="3568446"/>
            <a:ext cx="82296" cy="65151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50F5981-7D59-E57B-DEC8-AB5FAA641B09}"/>
              </a:ext>
            </a:extLst>
          </p:cNvPr>
          <p:cNvSpPr/>
          <p:nvPr/>
        </p:nvSpPr>
        <p:spPr>
          <a:xfrm>
            <a:off x="2983229" y="1229868"/>
            <a:ext cx="250317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OPERATIONAL MEASURES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8A42EA1-4F5D-FE87-0DEF-AC3DE3C84908}"/>
              </a:ext>
            </a:extLst>
          </p:cNvPr>
          <p:cNvSpPr/>
          <p:nvPr/>
        </p:nvSpPr>
        <p:spPr>
          <a:xfrm>
            <a:off x="2983229" y="1469898"/>
            <a:ext cx="2503170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 dirty="0">
                <a:solidFill>
                  <a:srgbClr val="142E57"/>
                </a:solidFill>
                <a:latin typeface="Aptos"/>
              </a:rPr>
              <a:t>Metrics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Measure efficiency, reliability, and cost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cost = $0.14, latency = 8.2s, tool calls = 6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39CB897-5200-B226-59AB-F18F34F5E386}"/>
              </a:ext>
            </a:extLst>
          </p:cNvPr>
          <p:cNvSpPr/>
          <p:nvPr/>
        </p:nvSpPr>
        <p:spPr>
          <a:xfrm>
            <a:off x="5623559" y="1229868"/>
            <a:ext cx="3120390" cy="192024"/>
          </a:xfrm>
          <a:prstGeom prst="roundRect">
            <a:avLst/>
          </a:prstGeom>
          <a:solidFill>
            <a:srgbClr val="F0F6FF"/>
          </a:solidFill>
          <a:ln>
            <a:solidFill>
              <a:srgbClr val="F0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TEST ENVIRONMENT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AAD83D3-E389-FEEF-42F5-8BBAC63D109E}"/>
              </a:ext>
            </a:extLst>
          </p:cNvPr>
          <p:cNvSpPr/>
          <p:nvPr/>
        </p:nvSpPr>
        <p:spPr>
          <a:xfrm>
            <a:off x="5623559" y="1469898"/>
            <a:ext cx="3120390" cy="857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050" b="1" dirty="0">
                <a:solidFill>
                  <a:srgbClr val="142E57"/>
                </a:solidFill>
                <a:latin typeface="Aptos"/>
              </a:rPr>
              <a:t>Benchmark / Validation Set</a:t>
            </a:r>
          </a:p>
          <a:p>
            <a:pPr>
              <a:spcBef>
                <a:spcPts val="150"/>
              </a:spcBef>
            </a:pPr>
            <a:r>
              <a:rPr sz="764" dirty="0">
                <a:solidFill>
                  <a:srgbClr val="5C697D"/>
                </a:solidFill>
                <a:latin typeface="Aptos"/>
              </a:rPr>
              <a:t>Defines the cases used for evaluation</a:t>
            </a:r>
          </a:p>
          <a:p>
            <a:pPr>
              <a:spcBef>
                <a:spcPts val="150"/>
              </a:spcBef>
            </a:pPr>
            <a:r>
              <a:rPr sz="700" i="1" dirty="0">
                <a:solidFill>
                  <a:srgbClr val="5C697D"/>
                </a:solidFill>
                <a:latin typeface="Aptos"/>
              </a:rPr>
              <a:t>Example: 50 normal + edge + safety scenarios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1134F70-7489-CCDF-5E44-F1B524F23E4D}"/>
              </a:ext>
            </a:extLst>
          </p:cNvPr>
          <p:cNvSpPr/>
          <p:nvPr/>
        </p:nvSpPr>
        <p:spPr>
          <a:xfrm>
            <a:off x="2983229" y="2532888"/>
            <a:ext cx="5760720" cy="161163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8F18CA-F215-08EC-A9C9-F77D6C435B6C}"/>
              </a:ext>
            </a:extLst>
          </p:cNvPr>
          <p:cNvSpPr txBox="1"/>
          <p:nvPr/>
        </p:nvSpPr>
        <p:spPr>
          <a:xfrm>
            <a:off x="3120390" y="2649474"/>
            <a:ext cx="2483372" cy="2654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25" b="1">
                <a:solidFill>
                  <a:srgbClr val="142E57"/>
                </a:solidFill>
                <a:latin typeface="Aptos"/>
              </a:rPr>
              <a:t>What each method mainly answers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4D2FDA4-410A-1375-4006-554886438A1D}"/>
              </a:ext>
            </a:extLst>
          </p:cNvPr>
          <p:cNvSpPr/>
          <p:nvPr/>
        </p:nvSpPr>
        <p:spPr>
          <a:xfrm>
            <a:off x="3099815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Correct result?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Code checks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F02CB0B-34C0-AFDB-C80F-2A324A85C795}"/>
              </a:ext>
            </a:extLst>
          </p:cNvPr>
          <p:cNvSpPr/>
          <p:nvPr/>
        </p:nvSpPr>
        <p:spPr>
          <a:xfrm>
            <a:off x="4032504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Correct process?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Trace checks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7FA130C-1768-E88F-1229-F14CD205118F}"/>
              </a:ext>
            </a:extLst>
          </p:cNvPr>
          <p:cNvSpPr/>
          <p:nvPr/>
        </p:nvSpPr>
        <p:spPr>
          <a:xfrm>
            <a:off x="4965192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Good quality?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LLM judge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6349785-4A3E-5C3D-0260-676E208862FB}"/>
              </a:ext>
            </a:extLst>
          </p:cNvPr>
          <p:cNvSpPr/>
          <p:nvPr/>
        </p:nvSpPr>
        <p:spPr>
          <a:xfrm>
            <a:off x="5897880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Business sense?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Human review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567E0AF-EE49-79FC-AD5F-9CE97B3AC6CA}"/>
              </a:ext>
            </a:extLst>
          </p:cNvPr>
          <p:cNvSpPr/>
          <p:nvPr/>
        </p:nvSpPr>
        <p:spPr>
          <a:xfrm>
            <a:off x="6830568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Operationally viable?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Metrics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EC9761C-C22C-EAB0-9D2D-37454AF7BDFC}"/>
              </a:ext>
            </a:extLst>
          </p:cNvPr>
          <p:cNvSpPr/>
          <p:nvPr/>
        </p:nvSpPr>
        <p:spPr>
          <a:xfrm>
            <a:off x="7763256" y="2910078"/>
            <a:ext cx="877824" cy="8092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825" b="1">
                <a:solidFill>
                  <a:srgbClr val="142E57"/>
                </a:solidFill>
                <a:latin typeface="Aptos"/>
              </a:rPr>
              <a:t>How robust across cases?</a:t>
            </a:r>
          </a:p>
          <a:p>
            <a:pPr algn="ctr">
              <a:spcBef>
                <a:spcPts val="150"/>
              </a:spcBef>
            </a:pPr>
            <a:r>
              <a:rPr sz="750">
                <a:solidFill>
                  <a:srgbClr val="5C697D"/>
                </a:solidFill>
                <a:latin typeface="Aptos"/>
              </a:rPr>
              <a:t>Benchmark set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EA2C1A5-A95D-754A-1002-F3BC7975430D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11079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B48C2-77B0-254B-94FC-3F46417D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B64304B-8602-9225-8271-F3C9BDD5505C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6C2955-C447-4629-D827-3C57B48DCDAB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Evaluation: Code Checks/Unit Test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136593-0892-C094-F0E3-1A81CF1647FA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6030AC4B-5661-51F6-43BD-55592718E974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6EBC92B0-9CE0-9790-506E-E4FF1BBA2164}"/>
              </a:ext>
            </a:extLst>
          </p:cNvPr>
          <p:cNvSpPr/>
          <p:nvPr/>
        </p:nvSpPr>
        <p:spPr>
          <a:xfrm>
            <a:off x="379124" y="977265"/>
            <a:ext cx="8401050" cy="603504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9C9D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5A2BC441-4C59-7247-42CE-60F6EF66804F}"/>
              </a:ext>
            </a:extLst>
          </p:cNvPr>
          <p:cNvSpPr/>
          <p:nvPr/>
        </p:nvSpPr>
        <p:spPr>
          <a:xfrm>
            <a:off x="379124" y="977265"/>
            <a:ext cx="54864" cy="603504"/>
          </a:xfrm>
          <a:prstGeom prst="rect">
            <a:avLst/>
          </a:prstGeom>
          <a:solidFill>
            <a:srgbClr val="20A7D3"/>
          </a:solidFill>
          <a:ln w="12700">
            <a:solidFill>
              <a:srgbClr val="20A7D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D5201AD-554C-4493-EAF8-BE4DBD628A1D}"/>
              </a:ext>
            </a:extLst>
          </p:cNvPr>
          <p:cNvSpPr txBox="1"/>
          <p:nvPr/>
        </p:nvSpPr>
        <p:spPr>
          <a:xfrm>
            <a:off x="536858" y="1059561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88" b="1" dirty="0">
                <a:solidFill>
                  <a:srgbClr val="087EA4"/>
                </a:solidFill>
                <a:latin typeface="Arial"/>
              </a:rPr>
              <a:t>SHARED SCENARIO</a:t>
            </a:r>
            <a:endParaRPr lang="en-US" sz="788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5DDAC24-A976-D5BA-7AC5-3B9F18335411}"/>
              </a:ext>
            </a:extLst>
          </p:cNvPr>
          <p:cNvSpPr txBox="1"/>
          <p:nvPr/>
        </p:nvSpPr>
        <p:spPr>
          <a:xfrm>
            <a:off x="536858" y="1299591"/>
            <a:ext cx="2005174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b="1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Card number: 4111111111111111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847D8C5-A443-F23F-4359-F9BF97C84238}"/>
              </a:ext>
            </a:extLst>
          </p:cNvPr>
          <p:cNvSpPr txBox="1"/>
          <p:nvPr/>
        </p:nvSpPr>
        <p:spPr>
          <a:xfrm>
            <a:off x="2820572" y="1299591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b="1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DOB: 1990-01-15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E5C26F6-5982-9407-D7A1-E0FC376FE9E3}"/>
              </a:ext>
            </a:extLst>
          </p:cNvPr>
          <p:cNvSpPr txBox="1"/>
          <p:nvPr/>
        </p:nvSpPr>
        <p:spPr>
          <a:xfrm>
            <a:off x="4226462" y="1299591"/>
            <a:ext cx="1933956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b="1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 customer: CUST-001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41757FE-9D53-74DA-2A64-CED965AB2013}"/>
              </a:ext>
            </a:extLst>
          </p:cNvPr>
          <p:cNvSpPr txBox="1"/>
          <p:nvPr/>
        </p:nvSpPr>
        <p:spPr>
          <a:xfrm>
            <a:off x="6324834" y="1296162"/>
            <a:ext cx="2268064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b="1" dirty="0">
                <a:solidFill>
                  <a:srgbClr val="16865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Expected: Authentication succeeds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A8BD52D-D87C-5146-D725-EF49062D1376}"/>
              </a:ext>
            </a:extLst>
          </p:cNvPr>
          <p:cNvSpPr/>
          <p:nvPr/>
        </p:nvSpPr>
        <p:spPr>
          <a:xfrm>
            <a:off x="610551" y="1752118"/>
            <a:ext cx="3771900" cy="2784348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51FC00E-72A7-841B-9289-403D1432716B}"/>
              </a:ext>
            </a:extLst>
          </p:cNvPr>
          <p:cNvSpPr/>
          <p:nvPr/>
        </p:nvSpPr>
        <p:spPr>
          <a:xfrm>
            <a:off x="610551" y="1745260"/>
            <a:ext cx="3771900" cy="2743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E8F1FB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D59D527-9FCD-A777-8003-029890760FEC}"/>
              </a:ext>
            </a:extLst>
          </p:cNvPr>
          <p:cNvSpPr txBox="1"/>
          <p:nvPr/>
        </p:nvSpPr>
        <p:spPr>
          <a:xfrm>
            <a:off x="768285" y="1796695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25" b="1" dirty="0">
                <a:solidFill>
                  <a:srgbClr val="2563A8"/>
                </a:solidFill>
                <a:latin typeface="Arial"/>
              </a:rPr>
              <a:t>UNIT TEST</a:t>
            </a:r>
            <a:endParaRPr lang="en-US" sz="1125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D300551-4DC4-38B0-AE63-5E791FEC7A8E}"/>
              </a:ext>
            </a:extLst>
          </p:cNvPr>
          <p:cNvSpPr txBox="1"/>
          <p:nvPr/>
        </p:nvSpPr>
        <p:spPr>
          <a:xfrm>
            <a:off x="1753903" y="1836260"/>
            <a:ext cx="113157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5F6B7A"/>
                </a:solidFill>
                <a:latin typeface="Arial"/>
              </a:rPr>
              <a:t>Isolated component</a:t>
            </a:r>
            <a:endParaRPr lang="en-US" sz="69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39066CB-EFE7-74B2-E21D-9C0BB1B3EDAE}"/>
              </a:ext>
            </a:extLst>
          </p:cNvPr>
          <p:cNvSpPr/>
          <p:nvPr/>
        </p:nvSpPr>
        <p:spPr>
          <a:xfrm>
            <a:off x="740853" y="2232178"/>
            <a:ext cx="3511296" cy="181737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29334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BA005C9A-5BE6-8FAC-F04B-C782BBE8BD01}"/>
              </a:ext>
            </a:extLst>
          </p:cNvPr>
          <p:cNvSpPr txBox="1"/>
          <p:nvPr/>
        </p:nvSpPr>
        <p:spPr>
          <a:xfrm>
            <a:off x="992665" y="4135801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172033"/>
                </a:solidFill>
                <a:latin typeface="Arial"/>
              </a:rPr>
              <a:t>Evidence source:</a:t>
            </a:r>
            <a:endParaRPr lang="en-US" sz="728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78285688-87E6-8773-8AE7-77C5458CC215}"/>
              </a:ext>
            </a:extLst>
          </p:cNvPr>
          <p:cNvSpPr txBox="1"/>
          <p:nvPr/>
        </p:nvSpPr>
        <p:spPr>
          <a:xfrm>
            <a:off x="1853344" y="4143138"/>
            <a:ext cx="181737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dirty="0">
                <a:solidFill>
                  <a:srgbClr val="5F6B7A"/>
                </a:solidFill>
                <a:latin typeface="Arial"/>
              </a:rPr>
              <a:t>direct function return</a:t>
            </a:r>
            <a:endParaRPr lang="en-US" sz="728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70408563-576C-921A-7B8B-6832B51298AC}"/>
              </a:ext>
            </a:extLst>
          </p:cNvPr>
          <p:cNvSpPr txBox="1"/>
          <p:nvPr/>
        </p:nvSpPr>
        <p:spPr>
          <a:xfrm>
            <a:off x="992665" y="4320967"/>
            <a:ext cx="425196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172033"/>
                </a:solidFill>
                <a:latin typeface="Arial"/>
              </a:rPr>
              <a:t>Proves:</a:t>
            </a:r>
            <a:endParaRPr lang="en-US" sz="728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403C1D5F-96EF-8143-B9DB-CAFE7C1676D2}"/>
              </a:ext>
            </a:extLst>
          </p:cNvPr>
          <p:cNvSpPr txBox="1"/>
          <p:nvPr/>
        </p:nvSpPr>
        <p:spPr>
          <a:xfrm>
            <a:off x="1411003" y="4320967"/>
            <a:ext cx="294894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5F6B7A"/>
                </a:solidFill>
                <a:latin typeface="Arial"/>
              </a:rPr>
              <a:t>the authentication function works when called correctly</a:t>
            </a:r>
            <a:endParaRPr lang="en-US" sz="69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816DA6D-8368-30A0-E06C-95CFC8C8C61A}"/>
              </a:ext>
            </a:extLst>
          </p:cNvPr>
          <p:cNvSpPr/>
          <p:nvPr/>
        </p:nvSpPr>
        <p:spPr>
          <a:xfrm>
            <a:off x="4526469" y="1752118"/>
            <a:ext cx="4056947" cy="2784348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ED5122A4-0133-B854-7851-132113DBBD46}"/>
              </a:ext>
            </a:extLst>
          </p:cNvPr>
          <p:cNvSpPr/>
          <p:nvPr/>
        </p:nvSpPr>
        <p:spPr>
          <a:xfrm>
            <a:off x="4526469" y="1752118"/>
            <a:ext cx="4056947" cy="267462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D1D77C19-CA00-CCF4-DDB3-F240BB0615D5}"/>
              </a:ext>
            </a:extLst>
          </p:cNvPr>
          <p:cNvSpPr txBox="1"/>
          <p:nvPr/>
        </p:nvSpPr>
        <p:spPr>
          <a:xfrm>
            <a:off x="4684203" y="1796695"/>
            <a:ext cx="229743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65" b="1" dirty="0">
                <a:solidFill>
                  <a:srgbClr val="168653"/>
                </a:solidFill>
                <a:latin typeface="Arial"/>
              </a:rPr>
              <a:t>DETERMINISTIC CODE CHECK</a:t>
            </a:r>
            <a:endParaRPr lang="en-US" sz="1065" dirty="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F9A03D83-6F9F-2B53-4591-4D0BC863F6E5}"/>
              </a:ext>
            </a:extLst>
          </p:cNvPr>
          <p:cNvSpPr txBox="1"/>
          <p:nvPr/>
        </p:nvSpPr>
        <p:spPr>
          <a:xfrm>
            <a:off x="6865047" y="1819467"/>
            <a:ext cx="140589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5F6B7A"/>
                </a:solidFill>
                <a:latin typeface="Arial"/>
              </a:rPr>
              <a:t>Complete agent session</a:t>
            </a:r>
            <a:endParaRPr lang="en-US" sz="690" dirty="0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2F7F50C3-763B-6390-588D-656790AC7669}"/>
              </a:ext>
            </a:extLst>
          </p:cNvPr>
          <p:cNvSpPr/>
          <p:nvPr/>
        </p:nvSpPr>
        <p:spPr>
          <a:xfrm>
            <a:off x="4684203" y="2232178"/>
            <a:ext cx="3742886" cy="181737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29334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Text 48">
            <a:extLst>
              <a:ext uri="{FF2B5EF4-FFF2-40B4-BE49-F238E27FC236}">
                <a16:creationId xmlns:a16="http://schemas.microsoft.com/office/drawing/2014/main" id="{703B73DA-8E67-562C-2904-5081F737CC4D}"/>
              </a:ext>
            </a:extLst>
          </p:cNvPr>
          <p:cNvSpPr txBox="1"/>
          <p:nvPr/>
        </p:nvSpPr>
        <p:spPr>
          <a:xfrm>
            <a:off x="4943225" y="4131844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172033"/>
                </a:solidFill>
                <a:latin typeface="Arial"/>
              </a:rPr>
              <a:t>Evidence source:</a:t>
            </a:r>
            <a:endParaRPr lang="en-US" sz="728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5B7ABCC0-B654-0A6F-C9A0-983466134E2C}"/>
              </a:ext>
            </a:extLst>
          </p:cNvPr>
          <p:cNvSpPr txBox="1"/>
          <p:nvPr/>
        </p:nvSpPr>
        <p:spPr>
          <a:xfrm>
            <a:off x="5821049" y="4131844"/>
            <a:ext cx="260604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dirty="0">
                <a:solidFill>
                  <a:srgbClr val="5F6B7A"/>
                </a:solidFill>
                <a:latin typeface="Arial"/>
              </a:rPr>
              <a:t>structured trace from the complete run</a:t>
            </a:r>
            <a:endParaRPr lang="en-US" sz="728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17F9E290-51CD-0E92-3466-0EDF90F55BC4}"/>
              </a:ext>
            </a:extLst>
          </p:cNvPr>
          <p:cNvSpPr txBox="1"/>
          <p:nvPr/>
        </p:nvSpPr>
        <p:spPr>
          <a:xfrm>
            <a:off x="4943225" y="4317010"/>
            <a:ext cx="425196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172033"/>
                </a:solidFill>
                <a:latin typeface="Arial"/>
              </a:rPr>
              <a:t>Proves:</a:t>
            </a:r>
            <a:endParaRPr lang="en-US" sz="728"/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16F49C25-E6D3-93A0-E96F-8CECE47CC2E3}"/>
              </a:ext>
            </a:extLst>
          </p:cNvPr>
          <p:cNvSpPr txBox="1"/>
          <p:nvPr/>
        </p:nvSpPr>
        <p:spPr>
          <a:xfrm>
            <a:off x="5361563" y="4317010"/>
            <a:ext cx="363474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5F6B7A"/>
                </a:solidFill>
                <a:latin typeface="Arial"/>
              </a:rPr>
              <a:t>the workflow reached authentication and produced the expected result</a:t>
            </a:r>
            <a:endParaRPr lang="en-US" sz="690" dirty="0"/>
          </a:p>
        </p:txBody>
      </p:sp>
      <p:sp>
        <p:nvSpPr>
          <p:cNvPr id="53" name="Text 53">
            <a:extLst>
              <a:ext uri="{FF2B5EF4-FFF2-40B4-BE49-F238E27FC236}">
                <a16:creationId xmlns:a16="http://schemas.microsoft.com/office/drawing/2014/main" id="{98E4C84A-A9C2-2B65-086D-8658071B7155}"/>
              </a:ext>
            </a:extLst>
          </p:cNvPr>
          <p:cNvSpPr txBox="1"/>
          <p:nvPr/>
        </p:nvSpPr>
        <p:spPr>
          <a:xfrm>
            <a:off x="534748" y="4714875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65" b="1" dirty="0">
                <a:solidFill>
                  <a:srgbClr val="B65F00"/>
                </a:solidFill>
                <a:latin typeface="Arial"/>
              </a:rPr>
              <a:t>KEY DIFFERENCE</a:t>
            </a:r>
            <a:endParaRPr lang="en-US" sz="765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259478DA-7218-ED43-E0E9-EC2AA87C76F0}"/>
              </a:ext>
            </a:extLst>
          </p:cNvPr>
          <p:cNvSpPr txBox="1"/>
          <p:nvPr/>
        </p:nvSpPr>
        <p:spPr>
          <a:xfrm>
            <a:off x="534748" y="4872609"/>
            <a:ext cx="805815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80" dirty="0">
                <a:solidFill>
                  <a:srgbClr val="172033"/>
                </a:solidFill>
                <a:latin typeface="Arial"/>
              </a:rPr>
              <a:t>A unit test validates the component directly; a code check validates that the complete agent reached and used that component correctly.</a:t>
            </a:r>
            <a:endParaRPr lang="en-US" sz="78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9D823C1-4C0D-074B-DAE6-5724FFE0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65" y="2235788"/>
            <a:ext cx="3028057" cy="181376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4771B3E-6EEA-996D-12F2-F44F37ED8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080" y="2249322"/>
            <a:ext cx="2242361" cy="17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76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5640-3091-6ED9-AC63-48159C2A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989E779-5BC0-B61A-62CF-C276D710FEE7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B5AC18-2967-03C1-6EB7-28148285D289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Evaluation: Trajectory Integrity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C65654-5B3E-53BA-A1C2-EE10F6449287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2733AC36-77F1-AAFE-799B-4EEE320BB9C9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C73E7711-6B8B-07EB-DB7B-6853E0293974}"/>
              </a:ext>
            </a:extLst>
          </p:cNvPr>
          <p:cNvSpPr txBox="1"/>
          <p:nvPr/>
        </p:nvSpPr>
        <p:spPr>
          <a:xfrm>
            <a:off x="260604" y="1626032"/>
            <a:ext cx="3086100" cy="150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63" b="1" dirty="0">
                <a:solidFill>
                  <a:srgbClr val="172033"/>
                </a:solidFill>
                <a:latin typeface="Arial"/>
              </a:rPr>
              <a:t>What trajectory checks can evaluate</a:t>
            </a:r>
            <a:endParaRPr lang="en-US" sz="863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14D8C47F-A459-72AD-4E29-23E0BD6529DB}"/>
              </a:ext>
            </a:extLst>
          </p:cNvPr>
          <p:cNvSpPr/>
          <p:nvPr/>
        </p:nvSpPr>
        <p:spPr>
          <a:xfrm>
            <a:off x="260604" y="1824914"/>
            <a:ext cx="1323594" cy="44577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C1BAFB5-3842-B0B8-142A-9C11096C68DD}"/>
              </a:ext>
            </a:extLst>
          </p:cNvPr>
          <p:cNvSpPr txBox="1"/>
          <p:nvPr/>
        </p:nvSpPr>
        <p:spPr>
          <a:xfrm>
            <a:off x="363474" y="1900352"/>
            <a:ext cx="1131570" cy="1234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Required steps</a:t>
            </a:r>
            <a:endParaRPr lang="en-US" sz="683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988214B5-2223-B8D8-032A-7197D04C5FFC}"/>
              </a:ext>
            </a:extLst>
          </p:cNvPr>
          <p:cNvSpPr txBox="1"/>
          <p:nvPr/>
        </p:nvSpPr>
        <p:spPr>
          <a:xfrm>
            <a:off x="363474" y="2092376"/>
            <a:ext cx="1152144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Did mandatory actions occur?</a:t>
            </a:r>
            <a:endParaRPr lang="en-US" sz="585"/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FA935899-9F32-26DC-F736-AF55584CF3E4}"/>
              </a:ext>
            </a:extLst>
          </p:cNvPr>
          <p:cNvSpPr/>
          <p:nvPr/>
        </p:nvSpPr>
        <p:spPr>
          <a:xfrm>
            <a:off x="1680210" y="1824914"/>
            <a:ext cx="1323594" cy="44577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426FC44E-8DA9-7B9B-4A1A-F2FBBE4DC0CD}"/>
              </a:ext>
            </a:extLst>
          </p:cNvPr>
          <p:cNvSpPr txBox="1"/>
          <p:nvPr/>
        </p:nvSpPr>
        <p:spPr>
          <a:xfrm>
            <a:off x="1783080" y="1900352"/>
            <a:ext cx="1131570" cy="1234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Prohibited steps</a:t>
            </a:r>
            <a:endParaRPr lang="en-US" sz="683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50A757FD-EDAC-00EA-5950-A062F9E3DC0B}"/>
              </a:ext>
            </a:extLst>
          </p:cNvPr>
          <p:cNvSpPr txBox="1"/>
          <p:nvPr/>
        </p:nvSpPr>
        <p:spPr>
          <a:xfrm>
            <a:off x="1783080" y="2092376"/>
            <a:ext cx="1152144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Were forbidden actions avoided?</a:t>
            </a:r>
            <a:endParaRPr lang="en-US" sz="585"/>
          </a:p>
        </p:txBody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8DC9042E-2F98-645A-2DBC-733D01E313A0}"/>
              </a:ext>
            </a:extLst>
          </p:cNvPr>
          <p:cNvSpPr/>
          <p:nvPr/>
        </p:nvSpPr>
        <p:spPr>
          <a:xfrm>
            <a:off x="3099816" y="1824914"/>
            <a:ext cx="1323594" cy="4457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EE02B63C-465A-10C0-343D-5C16B9AD57FE}"/>
              </a:ext>
            </a:extLst>
          </p:cNvPr>
          <p:cNvSpPr txBox="1"/>
          <p:nvPr/>
        </p:nvSpPr>
        <p:spPr>
          <a:xfrm>
            <a:off x="3202686" y="1900352"/>
            <a:ext cx="113157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Order &amp; dependencies</a:t>
            </a:r>
            <a:endParaRPr lang="en-US" sz="683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A30E5C5F-3074-32CF-D9AE-EAA14D78440D}"/>
              </a:ext>
            </a:extLst>
          </p:cNvPr>
          <p:cNvSpPr txBox="1"/>
          <p:nvPr/>
        </p:nvSpPr>
        <p:spPr>
          <a:xfrm>
            <a:off x="3202686" y="2092376"/>
            <a:ext cx="1152144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Did prerequisites happen first?</a:t>
            </a:r>
            <a:endParaRPr lang="en-US" sz="585"/>
          </a:p>
        </p:txBody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90C62A01-DAFA-A44C-9DBA-4232231ADBF7}"/>
              </a:ext>
            </a:extLst>
          </p:cNvPr>
          <p:cNvSpPr/>
          <p:nvPr/>
        </p:nvSpPr>
        <p:spPr>
          <a:xfrm>
            <a:off x="4519422" y="1824914"/>
            <a:ext cx="1323594" cy="44577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24">
            <a:extLst>
              <a:ext uri="{FF2B5EF4-FFF2-40B4-BE49-F238E27FC236}">
                <a16:creationId xmlns:a16="http://schemas.microsoft.com/office/drawing/2014/main" id="{1EBEA599-7720-3A53-8F4B-DB1BA26D45B7}"/>
              </a:ext>
            </a:extLst>
          </p:cNvPr>
          <p:cNvSpPr txBox="1"/>
          <p:nvPr/>
        </p:nvSpPr>
        <p:spPr>
          <a:xfrm>
            <a:off x="4622292" y="1900352"/>
            <a:ext cx="1131570" cy="1234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Tool selection</a:t>
            </a:r>
            <a:endParaRPr lang="en-US" sz="683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B21C74A2-525D-D56F-470B-35908604D467}"/>
              </a:ext>
            </a:extLst>
          </p:cNvPr>
          <p:cNvSpPr txBox="1"/>
          <p:nvPr/>
        </p:nvSpPr>
        <p:spPr>
          <a:xfrm>
            <a:off x="4622292" y="2092376"/>
            <a:ext cx="1152144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Were appropriate tools used?</a:t>
            </a:r>
            <a:endParaRPr lang="en-US" sz="585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CB9A267-4251-63EF-69D9-863D0F2A0E6A}"/>
              </a:ext>
            </a:extLst>
          </p:cNvPr>
          <p:cNvSpPr/>
          <p:nvPr/>
        </p:nvSpPr>
        <p:spPr>
          <a:xfrm>
            <a:off x="5932170" y="1824914"/>
            <a:ext cx="1323594" cy="44577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AEA279F9-577A-7C42-472E-B3C00628D798}"/>
              </a:ext>
            </a:extLst>
          </p:cNvPr>
          <p:cNvSpPr txBox="1"/>
          <p:nvPr/>
        </p:nvSpPr>
        <p:spPr>
          <a:xfrm>
            <a:off x="6035040" y="1900352"/>
            <a:ext cx="1131570" cy="1234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Arguments &amp; evidence</a:t>
            </a:r>
            <a:endParaRPr lang="en-US" sz="683"/>
          </a:p>
        </p:txBody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A631BEC8-46A2-AEA3-8A56-13463CEFA454}"/>
              </a:ext>
            </a:extLst>
          </p:cNvPr>
          <p:cNvSpPr txBox="1"/>
          <p:nvPr/>
        </p:nvSpPr>
        <p:spPr>
          <a:xfrm>
            <a:off x="6035040" y="2092376"/>
            <a:ext cx="1152144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Were the correct inputs used?</a:t>
            </a:r>
            <a:endParaRPr lang="en-US" sz="585"/>
          </a:p>
        </p:txBody>
      </p:sp>
      <p:sp>
        <p:nvSpPr>
          <p:cNvPr id="21" name="Shape 29">
            <a:extLst>
              <a:ext uri="{FF2B5EF4-FFF2-40B4-BE49-F238E27FC236}">
                <a16:creationId xmlns:a16="http://schemas.microsoft.com/office/drawing/2014/main" id="{9963259D-4EC5-A56E-B1FA-52846A157281}"/>
              </a:ext>
            </a:extLst>
          </p:cNvPr>
          <p:cNvSpPr/>
          <p:nvPr/>
        </p:nvSpPr>
        <p:spPr>
          <a:xfrm>
            <a:off x="7351776" y="1824914"/>
            <a:ext cx="1323594" cy="445770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51F2DBED-BC73-354B-2288-2533EE0A6A86}"/>
              </a:ext>
            </a:extLst>
          </p:cNvPr>
          <p:cNvSpPr txBox="1"/>
          <p:nvPr/>
        </p:nvSpPr>
        <p:spPr>
          <a:xfrm>
            <a:off x="7454646" y="1900352"/>
            <a:ext cx="1131570" cy="1234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latin typeface="Arial"/>
              </a:rPr>
              <a:t>Efficiency</a:t>
            </a:r>
            <a:endParaRPr lang="en-US" sz="683"/>
          </a:p>
        </p:txBody>
      </p:sp>
      <p:sp>
        <p:nvSpPr>
          <p:cNvPr id="23" name="Text 31">
            <a:extLst>
              <a:ext uri="{FF2B5EF4-FFF2-40B4-BE49-F238E27FC236}">
                <a16:creationId xmlns:a16="http://schemas.microsoft.com/office/drawing/2014/main" id="{C8D14B1D-6D3F-4218-103F-6AB55DEE4530}"/>
              </a:ext>
            </a:extLst>
          </p:cNvPr>
          <p:cNvSpPr txBox="1"/>
          <p:nvPr/>
        </p:nvSpPr>
        <p:spPr>
          <a:xfrm>
            <a:off x="7454646" y="2092376"/>
            <a:ext cx="1152144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Were calls or loops unnecessary?</a:t>
            </a:r>
            <a:endParaRPr lang="en-US" sz="585"/>
          </a:p>
        </p:txBody>
      </p:sp>
      <p:sp>
        <p:nvSpPr>
          <p:cNvPr id="24" name="Shape 32">
            <a:extLst>
              <a:ext uri="{FF2B5EF4-FFF2-40B4-BE49-F238E27FC236}">
                <a16:creationId xmlns:a16="http://schemas.microsoft.com/office/drawing/2014/main" id="{1EE87291-844C-7A60-3911-619D028BD82E}"/>
              </a:ext>
            </a:extLst>
          </p:cNvPr>
          <p:cNvSpPr/>
          <p:nvPr/>
        </p:nvSpPr>
        <p:spPr>
          <a:xfrm>
            <a:off x="260604" y="2414702"/>
            <a:ext cx="8401050" cy="4183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33">
            <a:extLst>
              <a:ext uri="{FF2B5EF4-FFF2-40B4-BE49-F238E27FC236}">
                <a16:creationId xmlns:a16="http://schemas.microsoft.com/office/drawing/2014/main" id="{AD26A207-0CA0-71A0-32E1-03F53A6479A2}"/>
              </a:ext>
            </a:extLst>
          </p:cNvPr>
          <p:cNvSpPr txBox="1"/>
          <p:nvPr/>
        </p:nvSpPr>
        <p:spPr>
          <a:xfrm>
            <a:off x="390906" y="2490140"/>
            <a:ext cx="137160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1" dirty="0">
                <a:solidFill>
                  <a:srgbClr val="172033"/>
                </a:solidFill>
                <a:latin typeface="Arial"/>
              </a:rPr>
              <a:t>SEQUENCING EXAMPLE</a:t>
            </a:r>
            <a:endParaRPr lang="en-US" sz="750"/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D534E0A7-EB1A-60E8-B88A-464EB18BB875}"/>
              </a:ext>
            </a:extLst>
          </p:cNvPr>
          <p:cNvSpPr txBox="1"/>
          <p:nvPr/>
        </p:nvSpPr>
        <p:spPr>
          <a:xfrm>
            <a:off x="390906" y="2654732"/>
            <a:ext cx="456057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CUST-002  •  CARD-002  •  Expected final status: </a:t>
            </a:r>
            <a:r>
              <a:rPr lang="en-US" sz="660" b="1" dirty="0">
                <a:solidFill>
                  <a:srgbClr val="172033"/>
                </a:solidFill>
                <a:latin typeface="Courier New"/>
              </a:rPr>
              <a:t>block removed</a:t>
            </a:r>
            <a:endParaRPr lang="en-US" sz="660" b="1" dirty="0"/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B55624DF-D996-1B56-EF83-5947F90C7C6E}"/>
              </a:ext>
            </a:extLst>
          </p:cNvPr>
          <p:cNvSpPr txBox="1"/>
          <p:nvPr/>
        </p:nvSpPr>
        <p:spPr>
          <a:xfrm>
            <a:off x="3813048" y="2654732"/>
            <a:ext cx="44234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83" b="1" dirty="0">
                <a:solidFill>
                  <a:srgbClr val="C83B3B"/>
                </a:solidFill>
                <a:latin typeface="Arial"/>
              </a:rPr>
              <a:t>Evaluation goal: recognize incorrect execution sequencing – block removal before confirming transaction</a:t>
            </a:r>
            <a:endParaRPr lang="en-US" sz="683" dirty="0"/>
          </a:p>
        </p:txBody>
      </p:sp>
      <p:sp>
        <p:nvSpPr>
          <p:cNvPr id="28" name="Shape 36">
            <a:extLst>
              <a:ext uri="{FF2B5EF4-FFF2-40B4-BE49-F238E27FC236}">
                <a16:creationId xmlns:a16="http://schemas.microsoft.com/office/drawing/2014/main" id="{B3ADE955-E569-08F9-09BF-D440EDF19D9C}"/>
              </a:ext>
            </a:extLst>
          </p:cNvPr>
          <p:cNvSpPr/>
          <p:nvPr/>
        </p:nvSpPr>
        <p:spPr>
          <a:xfrm>
            <a:off x="260604" y="2990774"/>
            <a:ext cx="2544318" cy="1570482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Shape 37">
            <a:extLst>
              <a:ext uri="{FF2B5EF4-FFF2-40B4-BE49-F238E27FC236}">
                <a16:creationId xmlns:a16="http://schemas.microsoft.com/office/drawing/2014/main" id="{96036499-39A8-5FA6-A072-ABA026706123}"/>
              </a:ext>
            </a:extLst>
          </p:cNvPr>
          <p:cNvSpPr/>
          <p:nvPr/>
        </p:nvSpPr>
        <p:spPr>
          <a:xfrm>
            <a:off x="260604" y="2990774"/>
            <a:ext cx="2544318" cy="301752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F5AED3D2-CAAC-1402-5218-7C770F336D38}"/>
              </a:ext>
            </a:extLst>
          </p:cNvPr>
          <p:cNvSpPr txBox="1"/>
          <p:nvPr/>
        </p:nvSpPr>
        <p:spPr>
          <a:xfrm>
            <a:off x="390906" y="3086786"/>
            <a:ext cx="1988820" cy="144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00" b="1" dirty="0">
                <a:solidFill>
                  <a:srgbClr val="168653"/>
                </a:solidFill>
                <a:latin typeface="Arial"/>
              </a:rPr>
              <a:t>EXPECTED TRAJECTORY</a:t>
            </a:r>
            <a:endParaRPr lang="en-US" sz="900"/>
          </a:p>
        </p:txBody>
      </p:sp>
      <p:sp>
        <p:nvSpPr>
          <p:cNvPr id="31" name="Text 39">
            <a:extLst>
              <a:ext uri="{FF2B5EF4-FFF2-40B4-BE49-F238E27FC236}">
                <a16:creationId xmlns:a16="http://schemas.microsoft.com/office/drawing/2014/main" id="{5846C467-1C65-BF9F-68E7-3C2F3C759EB7}"/>
              </a:ext>
            </a:extLst>
          </p:cNvPr>
          <p:cNvSpPr txBox="1"/>
          <p:nvPr/>
        </p:nvSpPr>
        <p:spPr>
          <a:xfrm>
            <a:off x="411480" y="3367964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1  authentication_success</a:t>
            </a:r>
            <a:endParaRPr lang="en-US" sz="660"/>
          </a:p>
        </p:txBody>
      </p:sp>
      <p:sp>
        <p:nvSpPr>
          <p:cNvPr id="32" name="Text 40">
            <a:extLst>
              <a:ext uri="{FF2B5EF4-FFF2-40B4-BE49-F238E27FC236}">
                <a16:creationId xmlns:a16="http://schemas.microsoft.com/office/drawing/2014/main" id="{EC3D70E0-7E6D-A4F8-48A4-0C91042ACC02}"/>
              </a:ext>
            </a:extLst>
          </p:cNvPr>
          <p:cNvSpPr txBox="1"/>
          <p:nvPr/>
        </p:nvSpPr>
        <p:spPr>
          <a:xfrm>
            <a:off x="411480" y="3532556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2  ownership_verified</a:t>
            </a:r>
            <a:endParaRPr lang="en-US" sz="660"/>
          </a:p>
        </p:txBody>
      </p:sp>
      <p:sp>
        <p:nvSpPr>
          <p:cNvPr id="33" name="Text 41">
            <a:extLst>
              <a:ext uri="{FF2B5EF4-FFF2-40B4-BE49-F238E27FC236}">
                <a16:creationId xmlns:a16="http://schemas.microsoft.com/office/drawing/2014/main" id="{4F003032-F7D2-B3DE-C1FF-C51D4BCE581D}"/>
              </a:ext>
            </a:extLst>
          </p:cNvPr>
          <p:cNvSpPr txBox="1"/>
          <p:nvPr/>
        </p:nvSpPr>
        <p:spPr>
          <a:xfrm>
            <a:off x="411480" y="3697148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3  transaction_retrieved</a:t>
            </a:r>
            <a:endParaRPr lang="en-US" sz="660"/>
          </a:p>
        </p:txBody>
      </p:sp>
      <p:sp>
        <p:nvSpPr>
          <p:cNvPr id="34" name="Text 42">
            <a:extLst>
              <a:ext uri="{FF2B5EF4-FFF2-40B4-BE49-F238E27FC236}">
                <a16:creationId xmlns:a16="http://schemas.microsoft.com/office/drawing/2014/main" id="{DD47CD64-283B-2AFF-33F3-7F54EBEE6FF3}"/>
              </a:ext>
            </a:extLst>
          </p:cNvPr>
          <p:cNvSpPr txBox="1"/>
          <p:nvPr/>
        </p:nvSpPr>
        <p:spPr>
          <a:xfrm>
            <a:off x="411480" y="3861740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b="1" dirty="0">
                <a:solidFill>
                  <a:srgbClr val="168653"/>
                </a:solidFill>
                <a:latin typeface="Courier New"/>
              </a:rPr>
              <a:t>4  transaction_recognized</a:t>
            </a:r>
            <a:endParaRPr lang="en-US" sz="660"/>
          </a:p>
        </p:txBody>
      </p:sp>
      <p:sp>
        <p:nvSpPr>
          <p:cNvPr id="35" name="Text 43">
            <a:extLst>
              <a:ext uri="{FF2B5EF4-FFF2-40B4-BE49-F238E27FC236}">
                <a16:creationId xmlns:a16="http://schemas.microsoft.com/office/drawing/2014/main" id="{F0B55A9A-48C5-397A-352C-6BA76884C8A8}"/>
              </a:ext>
            </a:extLst>
          </p:cNvPr>
          <p:cNvSpPr txBox="1"/>
          <p:nvPr/>
        </p:nvSpPr>
        <p:spPr>
          <a:xfrm>
            <a:off x="411480" y="4026332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5  eligibility_approved</a:t>
            </a:r>
            <a:endParaRPr lang="en-US" sz="660"/>
          </a:p>
        </p:txBody>
      </p:sp>
      <p:sp>
        <p:nvSpPr>
          <p:cNvPr id="36" name="Text 44">
            <a:extLst>
              <a:ext uri="{FF2B5EF4-FFF2-40B4-BE49-F238E27FC236}">
                <a16:creationId xmlns:a16="http://schemas.microsoft.com/office/drawing/2014/main" id="{6DC9BF30-56DD-157F-6201-65C16837FB3F}"/>
              </a:ext>
            </a:extLst>
          </p:cNvPr>
          <p:cNvSpPr txBox="1"/>
          <p:nvPr/>
        </p:nvSpPr>
        <p:spPr>
          <a:xfrm>
            <a:off x="411480" y="4190924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6  block_removed</a:t>
            </a:r>
            <a:endParaRPr lang="en-US" sz="660"/>
          </a:p>
        </p:txBody>
      </p:sp>
      <p:sp>
        <p:nvSpPr>
          <p:cNvPr id="37" name="Text 45">
            <a:extLst>
              <a:ext uri="{FF2B5EF4-FFF2-40B4-BE49-F238E27FC236}">
                <a16:creationId xmlns:a16="http://schemas.microsoft.com/office/drawing/2014/main" id="{33F2ADE8-8989-E7F6-E8DC-3BCF120D01A2}"/>
              </a:ext>
            </a:extLst>
          </p:cNvPr>
          <p:cNvSpPr txBox="1"/>
          <p:nvPr/>
        </p:nvSpPr>
        <p:spPr>
          <a:xfrm>
            <a:off x="411480" y="4355516"/>
            <a:ext cx="2180844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172033"/>
                </a:solidFill>
                <a:latin typeface="Courier New"/>
              </a:rPr>
              <a:t>7  final_state_verified</a:t>
            </a:r>
            <a:endParaRPr lang="en-US" sz="660"/>
          </a:p>
        </p:txBody>
      </p:sp>
      <p:sp>
        <p:nvSpPr>
          <p:cNvPr id="38" name="Shape 46">
            <a:extLst>
              <a:ext uri="{FF2B5EF4-FFF2-40B4-BE49-F238E27FC236}">
                <a16:creationId xmlns:a16="http://schemas.microsoft.com/office/drawing/2014/main" id="{3229B9B2-1A75-974E-790F-276A1271DF51}"/>
              </a:ext>
            </a:extLst>
          </p:cNvPr>
          <p:cNvSpPr/>
          <p:nvPr/>
        </p:nvSpPr>
        <p:spPr>
          <a:xfrm>
            <a:off x="2921508" y="2990774"/>
            <a:ext cx="2976372" cy="1570482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F5A5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Shape 47">
            <a:extLst>
              <a:ext uri="{FF2B5EF4-FFF2-40B4-BE49-F238E27FC236}">
                <a16:creationId xmlns:a16="http://schemas.microsoft.com/office/drawing/2014/main" id="{5D3E0064-DF8F-235C-E988-A3B2770A633B}"/>
              </a:ext>
            </a:extLst>
          </p:cNvPr>
          <p:cNvSpPr/>
          <p:nvPr/>
        </p:nvSpPr>
        <p:spPr>
          <a:xfrm>
            <a:off x="2921508" y="2990774"/>
            <a:ext cx="2976372" cy="301752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48">
            <a:extLst>
              <a:ext uri="{FF2B5EF4-FFF2-40B4-BE49-F238E27FC236}">
                <a16:creationId xmlns:a16="http://schemas.microsoft.com/office/drawing/2014/main" id="{50DFB247-8202-533D-9718-4AB0408D4800}"/>
              </a:ext>
            </a:extLst>
          </p:cNvPr>
          <p:cNvSpPr txBox="1"/>
          <p:nvPr/>
        </p:nvSpPr>
        <p:spPr>
          <a:xfrm>
            <a:off x="3051810" y="3086786"/>
            <a:ext cx="2503170" cy="144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5" b="1" dirty="0">
                <a:solidFill>
                  <a:srgbClr val="C83B3B"/>
                </a:solidFill>
                <a:latin typeface="Arial"/>
              </a:rPr>
              <a:t>FAULTY RECORDED TRAJECTORY</a:t>
            </a:r>
            <a:endParaRPr lang="en-US" sz="855"/>
          </a:p>
        </p:txBody>
      </p:sp>
      <p:sp>
        <p:nvSpPr>
          <p:cNvPr id="41" name="Shape 49">
            <a:extLst>
              <a:ext uri="{FF2B5EF4-FFF2-40B4-BE49-F238E27FC236}">
                <a16:creationId xmlns:a16="http://schemas.microsoft.com/office/drawing/2014/main" id="{231828F5-1642-4C05-2607-F853A1D4305C}"/>
              </a:ext>
            </a:extLst>
          </p:cNvPr>
          <p:cNvSpPr/>
          <p:nvPr/>
        </p:nvSpPr>
        <p:spPr>
          <a:xfrm>
            <a:off x="3024378" y="3848024"/>
            <a:ext cx="2708910" cy="294894"/>
          </a:xfrm>
          <a:prstGeom prst="roundRect">
            <a:avLst/>
          </a:prstGeom>
          <a:solidFill>
            <a:srgbClr val="FFE2E2"/>
          </a:solidFill>
          <a:ln w="12700">
            <a:solidFill>
              <a:srgbClr val="FFE2E2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 50">
            <a:extLst>
              <a:ext uri="{FF2B5EF4-FFF2-40B4-BE49-F238E27FC236}">
                <a16:creationId xmlns:a16="http://schemas.microsoft.com/office/drawing/2014/main" id="{26CEE129-C387-ECD4-7FA6-E1A1AB1E061F}"/>
              </a:ext>
            </a:extLst>
          </p:cNvPr>
          <p:cNvSpPr txBox="1"/>
          <p:nvPr/>
        </p:nvSpPr>
        <p:spPr>
          <a:xfrm>
            <a:off x="3072384" y="3367964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172033"/>
                </a:solidFill>
                <a:latin typeface="Courier New"/>
              </a:rPr>
              <a:t>1  authentication_success</a:t>
            </a:r>
            <a:endParaRPr lang="en-US" sz="638"/>
          </a:p>
        </p:txBody>
      </p:sp>
      <p:sp>
        <p:nvSpPr>
          <p:cNvPr id="43" name="Text 51">
            <a:extLst>
              <a:ext uri="{FF2B5EF4-FFF2-40B4-BE49-F238E27FC236}">
                <a16:creationId xmlns:a16="http://schemas.microsoft.com/office/drawing/2014/main" id="{687C76E6-DF53-A3E6-15F8-9D8F531173FC}"/>
              </a:ext>
            </a:extLst>
          </p:cNvPr>
          <p:cNvSpPr txBox="1"/>
          <p:nvPr/>
        </p:nvSpPr>
        <p:spPr>
          <a:xfrm>
            <a:off x="3072384" y="3532556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172033"/>
                </a:solidFill>
                <a:latin typeface="Courier New"/>
              </a:rPr>
              <a:t>2  ownership_verified</a:t>
            </a:r>
            <a:endParaRPr lang="en-US" sz="638"/>
          </a:p>
        </p:txBody>
      </p:sp>
      <p:sp>
        <p:nvSpPr>
          <p:cNvPr id="44" name="Text 52">
            <a:extLst>
              <a:ext uri="{FF2B5EF4-FFF2-40B4-BE49-F238E27FC236}">
                <a16:creationId xmlns:a16="http://schemas.microsoft.com/office/drawing/2014/main" id="{72599D2A-2B0F-49EF-DD15-E074A90D9177}"/>
              </a:ext>
            </a:extLst>
          </p:cNvPr>
          <p:cNvSpPr txBox="1"/>
          <p:nvPr/>
        </p:nvSpPr>
        <p:spPr>
          <a:xfrm>
            <a:off x="3072384" y="3697148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172033"/>
                </a:solidFill>
                <a:latin typeface="Courier New"/>
              </a:rPr>
              <a:t>3  transaction_retrieved</a:t>
            </a:r>
            <a:endParaRPr lang="en-US" sz="638"/>
          </a:p>
        </p:txBody>
      </p:sp>
      <p:sp>
        <p:nvSpPr>
          <p:cNvPr id="45" name="Text 53">
            <a:extLst>
              <a:ext uri="{FF2B5EF4-FFF2-40B4-BE49-F238E27FC236}">
                <a16:creationId xmlns:a16="http://schemas.microsoft.com/office/drawing/2014/main" id="{44B7C91B-717A-44FB-581A-33F26094B415}"/>
              </a:ext>
            </a:extLst>
          </p:cNvPr>
          <p:cNvSpPr txBox="1"/>
          <p:nvPr/>
        </p:nvSpPr>
        <p:spPr>
          <a:xfrm>
            <a:off x="3072384" y="3861740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C83B3B"/>
                </a:solidFill>
                <a:latin typeface="Courier New"/>
              </a:rPr>
              <a:t>4  eligibility_approved  ← TOO EARLY</a:t>
            </a:r>
            <a:endParaRPr lang="en-US" sz="638"/>
          </a:p>
        </p:txBody>
      </p:sp>
      <p:sp>
        <p:nvSpPr>
          <p:cNvPr id="46" name="Text 54">
            <a:extLst>
              <a:ext uri="{FF2B5EF4-FFF2-40B4-BE49-F238E27FC236}">
                <a16:creationId xmlns:a16="http://schemas.microsoft.com/office/drawing/2014/main" id="{EFA6DBED-572F-5DD4-E9B6-9C1AE6695810}"/>
              </a:ext>
            </a:extLst>
          </p:cNvPr>
          <p:cNvSpPr txBox="1"/>
          <p:nvPr/>
        </p:nvSpPr>
        <p:spPr>
          <a:xfrm>
            <a:off x="3072384" y="4026332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solidFill>
                  <a:srgbClr val="C83B3B"/>
                </a:solidFill>
                <a:latin typeface="Courier New"/>
              </a:rPr>
              <a:t>5  block_removed         ← TOO EARLY</a:t>
            </a:r>
            <a:endParaRPr lang="en-US" sz="638"/>
          </a:p>
        </p:txBody>
      </p:sp>
      <p:sp>
        <p:nvSpPr>
          <p:cNvPr id="47" name="Text 55">
            <a:extLst>
              <a:ext uri="{FF2B5EF4-FFF2-40B4-BE49-F238E27FC236}">
                <a16:creationId xmlns:a16="http://schemas.microsoft.com/office/drawing/2014/main" id="{88FB91A9-2A76-9335-64A2-F9D474A5238A}"/>
              </a:ext>
            </a:extLst>
          </p:cNvPr>
          <p:cNvSpPr txBox="1"/>
          <p:nvPr/>
        </p:nvSpPr>
        <p:spPr>
          <a:xfrm>
            <a:off x="3072384" y="4190924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172033"/>
                </a:solidFill>
                <a:latin typeface="Courier New"/>
              </a:rPr>
              <a:t>6  transaction_recognized</a:t>
            </a:r>
            <a:endParaRPr lang="en-US" sz="638"/>
          </a:p>
        </p:txBody>
      </p:sp>
      <p:sp>
        <p:nvSpPr>
          <p:cNvPr id="48" name="Text 56">
            <a:extLst>
              <a:ext uri="{FF2B5EF4-FFF2-40B4-BE49-F238E27FC236}">
                <a16:creationId xmlns:a16="http://schemas.microsoft.com/office/drawing/2014/main" id="{58A00816-852D-0085-6C78-4BE9322B6276}"/>
              </a:ext>
            </a:extLst>
          </p:cNvPr>
          <p:cNvSpPr txBox="1"/>
          <p:nvPr/>
        </p:nvSpPr>
        <p:spPr>
          <a:xfrm>
            <a:off x="3072384" y="4355516"/>
            <a:ext cx="264033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172033"/>
                </a:solidFill>
                <a:latin typeface="Courier New"/>
              </a:rPr>
              <a:t>7  final_state_verified</a:t>
            </a:r>
            <a:endParaRPr lang="en-US" sz="638"/>
          </a:p>
        </p:txBody>
      </p:sp>
      <p:sp>
        <p:nvSpPr>
          <p:cNvPr id="49" name="Shape 57">
            <a:extLst>
              <a:ext uri="{FF2B5EF4-FFF2-40B4-BE49-F238E27FC236}">
                <a16:creationId xmlns:a16="http://schemas.microsoft.com/office/drawing/2014/main" id="{5FE28276-1607-E3C8-063F-A6D920801243}"/>
              </a:ext>
            </a:extLst>
          </p:cNvPr>
          <p:cNvSpPr/>
          <p:nvPr/>
        </p:nvSpPr>
        <p:spPr>
          <a:xfrm>
            <a:off x="6007608" y="2990774"/>
            <a:ext cx="2654046" cy="1570482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 58">
            <a:extLst>
              <a:ext uri="{FF2B5EF4-FFF2-40B4-BE49-F238E27FC236}">
                <a16:creationId xmlns:a16="http://schemas.microsoft.com/office/drawing/2014/main" id="{FC4C8CCB-7A14-4018-77B3-D47850850E03}"/>
              </a:ext>
            </a:extLst>
          </p:cNvPr>
          <p:cNvSpPr txBox="1"/>
          <p:nvPr/>
        </p:nvSpPr>
        <p:spPr>
          <a:xfrm>
            <a:off x="6144768" y="3086786"/>
            <a:ext cx="1920240" cy="1440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85" b="1" dirty="0">
                <a:solidFill>
                  <a:srgbClr val="2563A8"/>
                </a:solidFill>
                <a:latin typeface="Arial"/>
              </a:rPr>
              <a:t>EVALUATION RESULT</a:t>
            </a:r>
            <a:endParaRPr lang="en-US" sz="885"/>
          </a:p>
        </p:txBody>
      </p:sp>
      <p:cxnSp>
        <p:nvCxnSpPr>
          <p:cNvPr id="51" name="Connector 59">
            <a:extLst>
              <a:ext uri="{FF2B5EF4-FFF2-40B4-BE49-F238E27FC236}">
                <a16:creationId xmlns:a16="http://schemas.microsoft.com/office/drawing/2014/main" id="{074C3786-0287-F043-FC7C-3AE0DB1BBA94}"/>
              </a:ext>
            </a:extLst>
          </p:cNvPr>
          <p:cNvCxnSpPr/>
          <p:nvPr/>
        </p:nvCxnSpPr>
        <p:spPr>
          <a:xfrm>
            <a:off x="6144768" y="3285668"/>
            <a:ext cx="2372868" cy="0"/>
          </a:xfrm>
          <a:prstGeom prst="line">
            <a:avLst/>
          </a:prstGeom>
          <a:ln w="10160">
            <a:solidFill>
              <a:srgbClr val="D8DEE8"/>
            </a:solidFill>
            <a:tailEnd type="none"/>
          </a:ln>
        </p:spPr>
      </p:cxnSp>
      <p:sp>
        <p:nvSpPr>
          <p:cNvPr id="52" name="Text 60">
            <a:extLst>
              <a:ext uri="{FF2B5EF4-FFF2-40B4-BE49-F238E27FC236}">
                <a16:creationId xmlns:a16="http://schemas.microsoft.com/office/drawing/2014/main" id="{574D8AAA-A8FE-C8C4-E0F8-2D53236EBC1E}"/>
              </a:ext>
            </a:extLst>
          </p:cNvPr>
          <p:cNvSpPr txBox="1"/>
          <p:nvPr/>
        </p:nvSpPr>
        <p:spPr>
          <a:xfrm>
            <a:off x="6144768" y="3429686"/>
            <a:ext cx="116586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13" b="1" dirty="0">
                <a:solidFill>
                  <a:srgbClr val="172033"/>
                </a:solidFill>
                <a:latin typeface="Arial"/>
              </a:rPr>
              <a:t>Outcome check</a:t>
            </a:r>
            <a:endParaRPr lang="en-US" sz="713"/>
          </a:p>
        </p:txBody>
      </p:sp>
      <p:sp>
        <p:nvSpPr>
          <p:cNvPr id="53" name="Text 61">
            <a:extLst>
              <a:ext uri="{FF2B5EF4-FFF2-40B4-BE49-F238E27FC236}">
                <a16:creationId xmlns:a16="http://schemas.microsoft.com/office/drawing/2014/main" id="{01A3846D-98F9-D3A3-BA3E-EA020062E7AD}"/>
              </a:ext>
            </a:extLst>
          </p:cNvPr>
          <p:cNvSpPr txBox="1"/>
          <p:nvPr/>
        </p:nvSpPr>
        <p:spPr>
          <a:xfrm>
            <a:off x="6144768" y="3601136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60" dirty="0">
                <a:solidFill>
                  <a:srgbClr val="5F6B7A"/>
                </a:solidFill>
                <a:latin typeface="Courier New"/>
              </a:rPr>
              <a:t>active == active</a:t>
            </a:r>
            <a:endParaRPr lang="en-US" sz="660"/>
          </a:p>
        </p:txBody>
      </p:sp>
      <p:sp>
        <p:nvSpPr>
          <p:cNvPr id="54" name="Shape 62">
            <a:extLst>
              <a:ext uri="{FF2B5EF4-FFF2-40B4-BE49-F238E27FC236}">
                <a16:creationId xmlns:a16="http://schemas.microsoft.com/office/drawing/2014/main" id="{7B11656B-F74B-962D-0029-4583D7A3C2DF}"/>
              </a:ext>
            </a:extLst>
          </p:cNvPr>
          <p:cNvSpPr/>
          <p:nvPr/>
        </p:nvSpPr>
        <p:spPr>
          <a:xfrm>
            <a:off x="7927848" y="3388538"/>
            <a:ext cx="596646" cy="274320"/>
          </a:xfrm>
          <a:prstGeom prst="roundRect">
            <a:avLst/>
          </a:prstGeom>
          <a:solidFill>
            <a:srgbClr val="E1F5E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5" name="Text 63">
            <a:extLst>
              <a:ext uri="{FF2B5EF4-FFF2-40B4-BE49-F238E27FC236}">
                <a16:creationId xmlns:a16="http://schemas.microsoft.com/office/drawing/2014/main" id="{99E8AC3E-2AA4-B4CC-9A80-D4FFDFD235CD}"/>
              </a:ext>
            </a:extLst>
          </p:cNvPr>
          <p:cNvSpPr txBox="1"/>
          <p:nvPr/>
        </p:nvSpPr>
        <p:spPr>
          <a:xfrm>
            <a:off x="7927848" y="3457118"/>
            <a:ext cx="59664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168653"/>
                </a:solidFill>
                <a:latin typeface="Arial"/>
              </a:rPr>
              <a:t>PASS</a:t>
            </a:r>
            <a:endParaRPr lang="en-US" sz="788"/>
          </a:p>
        </p:txBody>
      </p:sp>
      <p:sp>
        <p:nvSpPr>
          <p:cNvPr id="56" name="Text 64">
            <a:extLst>
              <a:ext uri="{FF2B5EF4-FFF2-40B4-BE49-F238E27FC236}">
                <a16:creationId xmlns:a16="http://schemas.microsoft.com/office/drawing/2014/main" id="{D9CBFBD7-EA08-5BB5-FDC7-3A98C2454362}"/>
              </a:ext>
            </a:extLst>
          </p:cNvPr>
          <p:cNvSpPr txBox="1"/>
          <p:nvPr/>
        </p:nvSpPr>
        <p:spPr>
          <a:xfrm>
            <a:off x="6144768" y="3841166"/>
            <a:ext cx="130302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13" b="1" dirty="0">
                <a:solidFill>
                  <a:srgbClr val="172033"/>
                </a:solidFill>
                <a:latin typeface="Arial"/>
              </a:rPr>
              <a:t>Sequencing check</a:t>
            </a:r>
            <a:endParaRPr lang="en-US" sz="713"/>
          </a:p>
        </p:txBody>
      </p:sp>
      <p:sp>
        <p:nvSpPr>
          <p:cNvPr id="57" name="Text 65">
            <a:extLst>
              <a:ext uri="{FF2B5EF4-FFF2-40B4-BE49-F238E27FC236}">
                <a16:creationId xmlns:a16="http://schemas.microsoft.com/office/drawing/2014/main" id="{24A73A2A-3685-777F-819D-81EF0A812341}"/>
              </a:ext>
            </a:extLst>
          </p:cNvPr>
          <p:cNvSpPr txBox="1"/>
          <p:nvPr/>
        </p:nvSpPr>
        <p:spPr>
          <a:xfrm>
            <a:off x="6144768" y="4012616"/>
            <a:ext cx="1563624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8" dirty="0">
                <a:solidFill>
                  <a:srgbClr val="5F6B7A"/>
                </a:solidFill>
                <a:latin typeface="Courier New"/>
              </a:rPr>
              <a:t>recognition before approval</a:t>
            </a:r>
            <a:endParaRPr lang="en-US" sz="638"/>
          </a:p>
        </p:txBody>
      </p:sp>
      <p:sp>
        <p:nvSpPr>
          <p:cNvPr id="59" name="Text 66">
            <a:extLst>
              <a:ext uri="{FF2B5EF4-FFF2-40B4-BE49-F238E27FC236}">
                <a16:creationId xmlns:a16="http://schemas.microsoft.com/office/drawing/2014/main" id="{6EEB74A0-E66F-CBB8-C5E0-20C18B9F25B0}"/>
              </a:ext>
            </a:extLst>
          </p:cNvPr>
          <p:cNvSpPr txBox="1"/>
          <p:nvPr/>
        </p:nvSpPr>
        <p:spPr>
          <a:xfrm>
            <a:off x="6144768" y="4156634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8" dirty="0">
                <a:solidFill>
                  <a:srgbClr val="C83B3B"/>
                </a:solidFill>
                <a:latin typeface="Courier New"/>
              </a:rPr>
              <a:t>position 6 &lt; position 4 = false</a:t>
            </a:r>
            <a:endParaRPr lang="en-US" sz="608"/>
          </a:p>
        </p:txBody>
      </p:sp>
      <p:sp>
        <p:nvSpPr>
          <p:cNvPr id="60" name="Shape 67">
            <a:extLst>
              <a:ext uri="{FF2B5EF4-FFF2-40B4-BE49-F238E27FC236}">
                <a16:creationId xmlns:a16="http://schemas.microsoft.com/office/drawing/2014/main" id="{3301A613-15B9-D67C-60EE-46DFFD4746F5}"/>
              </a:ext>
            </a:extLst>
          </p:cNvPr>
          <p:cNvSpPr/>
          <p:nvPr/>
        </p:nvSpPr>
        <p:spPr>
          <a:xfrm>
            <a:off x="7927848" y="3930320"/>
            <a:ext cx="596646" cy="274320"/>
          </a:xfrm>
          <a:prstGeom prst="roundRect">
            <a:avLst/>
          </a:prstGeom>
          <a:solidFill>
            <a:srgbClr val="FDE5E5"/>
          </a:solidFill>
          <a:ln w="12700">
            <a:solidFill>
              <a:srgbClr val="CF5A5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Text 68">
            <a:extLst>
              <a:ext uri="{FF2B5EF4-FFF2-40B4-BE49-F238E27FC236}">
                <a16:creationId xmlns:a16="http://schemas.microsoft.com/office/drawing/2014/main" id="{8408BCC0-0F17-196E-643E-6B04BC4DCFCE}"/>
              </a:ext>
            </a:extLst>
          </p:cNvPr>
          <p:cNvSpPr txBox="1"/>
          <p:nvPr/>
        </p:nvSpPr>
        <p:spPr>
          <a:xfrm>
            <a:off x="7927848" y="3998900"/>
            <a:ext cx="59664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8" b="1" dirty="0">
                <a:solidFill>
                  <a:srgbClr val="C83B3B"/>
                </a:solidFill>
                <a:latin typeface="Arial"/>
              </a:rPr>
              <a:t>FAIL</a:t>
            </a:r>
            <a:endParaRPr lang="en-US" sz="788"/>
          </a:p>
        </p:txBody>
      </p:sp>
      <p:sp>
        <p:nvSpPr>
          <p:cNvPr id="62" name="Text 69">
            <a:extLst>
              <a:ext uri="{FF2B5EF4-FFF2-40B4-BE49-F238E27FC236}">
                <a16:creationId xmlns:a16="http://schemas.microsoft.com/office/drawing/2014/main" id="{49D20C0B-B55D-B7C1-B801-4422C028315D}"/>
              </a:ext>
            </a:extLst>
          </p:cNvPr>
          <p:cNvSpPr txBox="1"/>
          <p:nvPr/>
        </p:nvSpPr>
        <p:spPr>
          <a:xfrm>
            <a:off x="6144768" y="4328084"/>
            <a:ext cx="209169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0" b="1" dirty="0">
                <a:solidFill>
                  <a:srgbClr val="C83B3B"/>
                </a:solidFill>
                <a:latin typeface="Arial"/>
              </a:rPr>
              <a:t>Overall trajectory result: FAIL</a:t>
            </a:r>
            <a:endParaRPr lang="en-US" sz="72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ABB78C-04AE-3376-4B67-C95D8B1E3051}"/>
              </a:ext>
            </a:extLst>
          </p:cNvPr>
          <p:cNvSpPr txBox="1"/>
          <p:nvPr/>
        </p:nvSpPr>
        <p:spPr>
          <a:xfrm>
            <a:off x="259549" y="1018978"/>
            <a:ext cx="8884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Evaluates the intermediate decisions, actions, tool use, evidence, and state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transitions an agent followed to reach an outcome.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107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D66A-9014-A317-4620-AC2097CC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AC21EA6-ED56-4D53-6F3E-F4BBDDC6D088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1C1994-CC03-2827-09BA-2EFB1AC4BE7A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Evaluation: Operational Metrics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F8B37F-43D6-D3BB-4686-3C9BE82D38E3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F62EB277-858E-02E8-34E5-E627F1F85189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EFCFB1F-2D38-420F-0A0B-11A4B59982C4}"/>
              </a:ext>
            </a:extLst>
          </p:cNvPr>
          <p:cNvSpPr txBox="1"/>
          <p:nvPr/>
        </p:nvSpPr>
        <p:spPr>
          <a:xfrm>
            <a:off x="352747" y="159489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30" b="1" dirty="0">
                <a:solidFill>
                  <a:srgbClr val="2563A8"/>
                </a:solidFill>
                <a:latin typeface="Arial"/>
              </a:rPr>
              <a:t>Cost-Benefit Analysis on system cost</a:t>
            </a:r>
            <a:endParaRPr lang="en-US" sz="93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FF14559-1739-31AE-5269-463263EDDB88}"/>
              </a:ext>
            </a:extLst>
          </p:cNvPr>
          <p:cNvSpPr txBox="1"/>
          <p:nvPr/>
        </p:nvSpPr>
        <p:spPr>
          <a:xfrm>
            <a:off x="5695129" y="1594898"/>
            <a:ext cx="291465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lvl1pPr>
              <a:defRPr sz="930" b="1">
                <a:solidFill>
                  <a:srgbClr val="2563A8"/>
                </a:solidFill>
                <a:latin typeface="Arial"/>
              </a:defRPr>
            </a:lvl1pPr>
          </a:lstStyle>
          <a:p>
            <a:r>
              <a:rPr lang="en-US" dirty="0"/>
              <a:t>OTHER OPERATIONAL METRICS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5C61AA9-A986-19A3-1E03-228CD1501507}"/>
              </a:ext>
            </a:extLst>
          </p:cNvPr>
          <p:cNvSpPr/>
          <p:nvPr/>
        </p:nvSpPr>
        <p:spPr>
          <a:xfrm>
            <a:off x="352747" y="1814354"/>
            <a:ext cx="4999482" cy="356616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82878B4-39ED-F5E8-6CA9-8B8F2EBF9AAD}"/>
              </a:ext>
            </a:extLst>
          </p:cNvPr>
          <p:cNvSpPr txBox="1"/>
          <p:nvPr/>
        </p:nvSpPr>
        <p:spPr>
          <a:xfrm>
            <a:off x="503623" y="1889792"/>
            <a:ext cx="461350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65" b="1" dirty="0">
                <a:solidFill>
                  <a:srgbClr val="2563A8"/>
                </a:solidFill>
                <a:latin typeface="Arial"/>
              </a:rPr>
              <a:t>500,000 annual connected customer calls (Annual cost: 5000,000 calls x $14 = </a:t>
            </a:r>
            <a:r>
              <a:rPr lang="en-US" sz="765" b="1" dirty="0">
                <a:solidFill>
                  <a:srgbClr val="2563A8"/>
                </a:solidFill>
                <a:highlight>
                  <a:srgbClr val="FFFF00"/>
                </a:highlight>
                <a:latin typeface="Arial"/>
              </a:rPr>
              <a:t>$7,000,000</a:t>
            </a:r>
            <a:r>
              <a:rPr lang="en-US" sz="765" b="1" dirty="0">
                <a:solidFill>
                  <a:srgbClr val="2563A8"/>
                </a:solidFill>
                <a:latin typeface="Arial"/>
              </a:rPr>
              <a:t>)</a:t>
            </a:r>
            <a:endParaRPr lang="en-US" sz="765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C957C0C-8F9A-7AD6-8B24-20B20772F7B6}"/>
              </a:ext>
            </a:extLst>
          </p:cNvPr>
          <p:cNvSpPr txBox="1"/>
          <p:nvPr/>
        </p:nvSpPr>
        <p:spPr>
          <a:xfrm>
            <a:off x="503623" y="2033810"/>
            <a:ext cx="30175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15" dirty="0">
                <a:solidFill>
                  <a:srgbClr val="5F6B7A"/>
                </a:solidFill>
                <a:latin typeface="Arial"/>
              </a:rPr>
              <a:t>Annual workload entering the fraud-block agent</a:t>
            </a:r>
            <a:endParaRPr lang="en-US" sz="615"/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A853AFA0-BDB0-B1A2-33B5-53D9B0155BE9}"/>
              </a:ext>
            </a:extLst>
          </p:cNvPr>
          <p:cNvCxnSpPr/>
          <p:nvPr/>
        </p:nvCxnSpPr>
        <p:spPr>
          <a:xfrm>
            <a:off x="2849059" y="2170970"/>
            <a:ext cx="0" cy="11658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B8A7CB79-24AA-515F-6EF1-03116AD6FB43}"/>
              </a:ext>
            </a:extLst>
          </p:cNvPr>
          <p:cNvCxnSpPr/>
          <p:nvPr/>
        </p:nvCxnSpPr>
        <p:spPr>
          <a:xfrm>
            <a:off x="1573471" y="2287556"/>
            <a:ext cx="257175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5F9B4A60-4C38-9F36-CC32-7035657A00CA}"/>
              </a:ext>
            </a:extLst>
          </p:cNvPr>
          <p:cNvCxnSpPr/>
          <p:nvPr/>
        </p:nvCxnSpPr>
        <p:spPr>
          <a:xfrm>
            <a:off x="1573471" y="2287556"/>
            <a:ext cx="0" cy="8229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41D94FCE-83B2-4586-0133-863ABD6C25CF}"/>
              </a:ext>
            </a:extLst>
          </p:cNvPr>
          <p:cNvCxnSpPr/>
          <p:nvPr/>
        </p:nvCxnSpPr>
        <p:spPr>
          <a:xfrm>
            <a:off x="4145221" y="2287556"/>
            <a:ext cx="0" cy="8229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sp>
        <p:nvSpPr>
          <p:cNvPr id="24" name="Shape 23">
            <a:extLst>
              <a:ext uri="{FF2B5EF4-FFF2-40B4-BE49-F238E27FC236}">
                <a16:creationId xmlns:a16="http://schemas.microsoft.com/office/drawing/2014/main" id="{9213B1E1-B517-A3D0-E513-4F57B61AA2AE}"/>
              </a:ext>
            </a:extLst>
          </p:cNvPr>
          <p:cNvSpPr/>
          <p:nvPr/>
        </p:nvSpPr>
        <p:spPr>
          <a:xfrm>
            <a:off x="352747" y="2369852"/>
            <a:ext cx="2427732" cy="58293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34A20C8F-E306-5A5F-1001-9C277FA2DE30}"/>
              </a:ext>
            </a:extLst>
          </p:cNvPr>
          <p:cNvSpPr txBox="1"/>
          <p:nvPr/>
        </p:nvSpPr>
        <p:spPr>
          <a:xfrm>
            <a:off x="483049" y="2465864"/>
            <a:ext cx="212598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65" b="1" dirty="0">
                <a:solidFill>
                  <a:srgbClr val="168653"/>
                </a:solidFill>
                <a:latin typeface="Arial"/>
              </a:rPr>
              <a:t>60% successful block removal</a:t>
            </a:r>
            <a:endParaRPr lang="en-US" sz="765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D3F2F345-F0E5-3F56-59D1-9D8AC0DA3D06}"/>
              </a:ext>
            </a:extLst>
          </p:cNvPr>
          <p:cNvSpPr txBox="1"/>
          <p:nvPr/>
        </p:nvSpPr>
        <p:spPr>
          <a:xfrm>
            <a:off x="483049" y="2651030"/>
            <a:ext cx="21259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300,000 sessions × 6 API calls</a:t>
            </a:r>
            <a:endParaRPr lang="en-US" sz="69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649BBA89-4AFE-D8BE-5339-02EB48D0E0E8}"/>
              </a:ext>
            </a:extLst>
          </p:cNvPr>
          <p:cNvSpPr txBox="1"/>
          <p:nvPr/>
        </p:nvSpPr>
        <p:spPr>
          <a:xfrm>
            <a:off x="483049" y="2829338"/>
            <a:ext cx="21259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168653"/>
                </a:solidFill>
                <a:latin typeface="Courier New"/>
              </a:rPr>
              <a:t>= 1,800,000 API calls</a:t>
            </a:r>
            <a:endParaRPr lang="en-US" sz="728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3F33DF7B-03BD-2286-86D0-343DA0DE7065}"/>
              </a:ext>
            </a:extLst>
          </p:cNvPr>
          <p:cNvSpPr/>
          <p:nvPr/>
        </p:nvSpPr>
        <p:spPr>
          <a:xfrm>
            <a:off x="2924497" y="2369852"/>
            <a:ext cx="2427732" cy="582930"/>
          </a:xfrm>
          <a:prstGeom prst="roundRect">
            <a:avLst/>
          </a:prstGeom>
          <a:solidFill>
            <a:srgbClr val="FFF8F8"/>
          </a:solidFill>
          <a:ln w="12700">
            <a:solidFill>
              <a:srgbClr val="CF7A7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FE80ADB9-E376-94C3-CF63-0B1F62662426}"/>
              </a:ext>
            </a:extLst>
          </p:cNvPr>
          <p:cNvSpPr txBox="1"/>
          <p:nvPr/>
        </p:nvSpPr>
        <p:spPr>
          <a:xfrm>
            <a:off x="3054799" y="2465864"/>
            <a:ext cx="212598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65" b="1" dirty="0">
                <a:solidFill>
                  <a:srgbClr val="C83B3B"/>
                </a:solidFill>
                <a:latin typeface="Arial"/>
              </a:rPr>
              <a:t>40% unsuccessful sessions</a:t>
            </a:r>
            <a:endParaRPr lang="en-US" sz="765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929D4A1-1CFE-F462-1178-C6E9688A9F4A}"/>
              </a:ext>
            </a:extLst>
          </p:cNvPr>
          <p:cNvSpPr txBox="1"/>
          <p:nvPr/>
        </p:nvSpPr>
        <p:spPr>
          <a:xfrm>
            <a:off x="3054799" y="2651030"/>
            <a:ext cx="21259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9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200,000 sessions × 5 API calls</a:t>
            </a:r>
            <a:endParaRPr lang="en-US" sz="69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B30E071C-E15E-BC9F-AC34-7581F99DE7A5}"/>
              </a:ext>
            </a:extLst>
          </p:cNvPr>
          <p:cNvSpPr txBox="1"/>
          <p:nvPr/>
        </p:nvSpPr>
        <p:spPr>
          <a:xfrm>
            <a:off x="3054799" y="2829338"/>
            <a:ext cx="21259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solidFill>
                  <a:srgbClr val="C83B3B"/>
                </a:solidFill>
                <a:latin typeface="Courier New"/>
              </a:rPr>
              <a:t>= 1,000,000 API calls</a:t>
            </a:r>
            <a:endParaRPr lang="en-US" sz="728"/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8E83F56B-C95D-4711-AD3E-8A87251EBC77}"/>
              </a:ext>
            </a:extLst>
          </p:cNvPr>
          <p:cNvCxnSpPr/>
          <p:nvPr/>
        </p:nvCxnSpPr>
        <p:spPr>
          <a:xfrm>
            <a:off x="1573471" y="2952782"/>
            <a:ext cx="0" cy="10287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E617932E-A305-CD2C-20C1-8C4C1809EADF}"/>
              </a:ext>
            </a:extLst>
          </p:cNvPr>
          <p:cNvCxnSpPr/>
          <p:nvPr/>
        </p:nvCxnSpPr>
        <p:spPr>
          <a:xfrm>
            <a:off x="4145221" y="2952782"/>
            <a:ext cx="0" cy="10287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F78F109A-B5D1-37AF-4549-81DF9281DE84}"/>
              </a:ext>
            </a:extLst>
          </p:cNvPr>
          <p:cNvCxnSpPr/>
          <p:nvPr/>
        </p:nvCxnSpPr>
        <p:spPr>
          <a:xfrm>
            <a:off x="1573471" y="3055652"/>
            <a:ext cx="257175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911C73C9-AF24-43FE-683F-8ED9E7CA6DE3}"/>
              </a:ext>
            </a:extLst>
          </p:cNvPr>
          <p:cNvCxnSpPr/>
          <p:nvPr/>
        </p:nvCxnSpPr>
        <p:spPr>
          <a:xfrm>
            <a:off x="2849059" y="3055652"/>
            <a:ext cx="0" cy="89154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sp>
        <p:nvSpPr>
          <p:cNvPr id="36" name="Shape 35">
            <a:extLst>
              <a:ext uri="{FF2B5EF4-FFF2-40B4-BE49-F238E27FC236}">
                <a16:creationId xmlns:a16="http://schemas.microsoft.com/office/drawing/2014/main" id="{AEFDD861-EB72-B6CB-A134-A2900DE7B478}"/>
              </a:ext>
            </a:extLst>
          </p:cNvPr>
          <p:cNvSpPr/>
          <p:nvPr/>
        </p:nvSpPr>
        <p:spPr>
          <a:xfrm>
            <a:off x="352747" y="3144806"/>
            <a:ext cx="4999482" cy="46634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836F46C5-43FC-0DDF-8BE4-797F224AF094}"/>
              </a:ext>
            </a:extLst>
          </p:cNvPr>
          <p:cNvSpPr txBox="1"/>
          <p:nvPr/>
        </p:nvSpPr>
        <p:spPr>
          <a:xfrm>
            <a:off x="483049" y="3227102"/>
            <a:ext cx="27089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35" b="1" dirty="0">
                <a:solidFill>
                  <a:srgbClr val="172033"/>
                </a:solidFill>
                <a:latin typeface="Arial"/>
              </a:rPr>
              <a:t>2,800,000 annual Claude Fable 5 API calls</a:t>
            </a:r>
            <a:endParaRPr lang="en-US" sz="735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30719628-3E16-460A-AA76-0AFE6DC20CE6}"/>
              </a:ext>
            </a:extLst>
          </p:cNvPr>
          <p:cNvSpPr txBox="1"/>
          <p:nvPr/>
        </p:nvSpPr>
        <p:spPr>
          <a:xfrm>
            <a:off x="483049" y="3391694"/>
            <a:ext cx="274320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00" dirty="0">
                <a:solidFill>
                  <a:srgbClr val="5F6B7A"/>
                </a:solidFill>
                <a:latin typeface="Courier New"/>
              </a:rPr>
              <a:t>Per-call proxy: 619.5 input + 106.5 output tokens</a:t>
            </a:r>
            <a:endParaRPr lang="en-US" sz="700" dirty="0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0A3B7B3B-C83D-80BE-1994-A75BF2FDD8C7}"/>
              </a:ext>
            </a:extLst>
          </p:cNvPr>
          <p:cNvSpPr txBox="1"/>
          <p:nvPr/>
        </p:nvSpPr>
        <p:spPr>
          <a:xfrm>
            <a:off x="3438847" y="3227102"/>
            <a:ext cx="1885950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00" dirty="0">
                <a:solidFill>
                  <a:srgbClr val="172033"/>
                </a:solidFill>
                <a:latin typeface="Courier New"/>
              </a:rPr>
              <a:t>1.7346B input × $10/MTok = $17,346</a:t>
            </a:r>
            <a:endParaRPr lang="en-US" sz="7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DFEB67E-0EB6-1D8F-8392-112991C87019}"/>
              </a:ext>
            </a:extLst>
          </p:cNvPr>
          <p:cNvSpPr txBox="1"/>
          <p:nvPr/>
        </p:nvSpPr>
        <p:spPr>
          <a:xfrm>
            <a:off x="3438847" y="3391694"/>
            <a:ext cx="188595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00" dirty="0">
                <a:solidFill>
                  <a:srgbClr val="172033"/>
                </a:solidFill>
                <a:latin typeface="Courier New"/>
              </a:rPr>
              <a:t>298.2M output × $50/MTok = $14,910</a:t>
            </a:r>
            <a:endParaRPr lang="en-US" sz="7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F0557741-C104-6544-ADD5-6B0115684611}"/>
              </a:ext>
            </a:extLst>
          </p:cNvPr>
          <p:cNvSpPr/>
          <p:nvPr/>
        </p:nvSpPr>
        <p:spPr>
          <a:xfrm>
            <a:off x="352747" y="3727736"/>
            <a:ext cx="1220724" cy="66522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DBB49F59-AF7A-33BA-8583-6B6798BD85E9}"/>
              </a:ext>
            </a:extLst>
          </p:cNvPr>
          <p:cNvSpPr txBox="1"/>
          <p:nvPr/>
        </p:nvSpPr>
        <p:spPr>
          <a:xfrm>
            <a:off x="455617" y="3810032"/>
            <a:ext cx="1364742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0" b="1" dirty="0">
                <a:solidFill>
                  <a:srgbClr val="2563A8"/>
                </a:solidFill>
                <a:latin typeface="Arial"/>
              </a:rPr>
              <a:t>ANNUAL MODEL API COST</a:t>
            </a:r>
            <a:endParaRPr lang="en-US" sz="63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1E342695-6DC2-F41F-0063-F35443CD55F6}"/>
              </a:ext>
            </a:extLst>
          </p:cNvPr>
          <p:cNvSpPr txBox="1"/>
          <p:nvPr/>
        </p:nvSpPr>
        <p:spPr>
          <a:xfrm>
            <a:off x="455617" y="4002056"/>
            <a:ext cx="1364742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388" b="1" dirty="0">
                <a:solidFill>
                  <a:srgbClr val="172033"/>
                </a:solidFill>
                <a:latin typeface="Arial"/>
              </a:rPr>
              <a:t>$32,256</a:t>
            </a:r>
            <a:endParaRPr lang="en-US" sz="1388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79664A3B-DADB-6044-A62A-29575D954EE6}"/>
              </a:ext>
            </a:extLst>
          </p:cNvPr>
          <p:cNvSpPr txBox="1"/>
          <p:nvPr/>
        </p:nvSpPr>
        <p:spPr>
          <a:xfrm>
            <a:off x="455617" y="4255802"/>
            <a:ext cx="1364742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33" dirty="0">
                <a:solidFill>
                  <a:srgbClr val="5F6B7A"/>
                </a:solidFill>
                <a:latin typeface="Arial"/>
              </a:rPr>
              <a:t>Successful + unsuccessful traffic</a:t>
            </a:r>
            <a:endParaRPr lang="en-US" sz="533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1F0642D2-C448-DA3B-5D47-52186680746A}"/>
              </a:ext>
            </a:extLst>
          </p:cNvPr>
          <p:cNvSpPr/>
          <p:nvPr/>
        </p:nvSpPr>
        <p:spPr>
          <a:xfrm>
            <a:off x="1676341" y="3727736"/>
            <a:ext cx="1913382" cy="308610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A9D8BE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D58C76AE-20CF-BDBD-5B23-3DACFD090B2B}"/>
              </a:ext>
            </a:extLst>
          </p:cNvPr>
          <p:cNvSpPr txBox="1"/>
          <p:nvPr/>
        </p:nvSpPr>
        <p:spPr>
          <a:xfrm>
            <a:off x="1773055" y="3773527"/>
            <a:ext cx="1762506" cy="1050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0" b="1" dirty="0">
                <a:solidFill>
                  <a:srgbClr val="168653"/>
                </a:solidFill>
                <a:latin typeface="Arial"/>
              </a:rPr>
              <a:t>Annual Cost if adapting agentic system</a:t>
            </a:r>
            <a:endParaRPr lang="en-US" sz="630" dirty="0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05D96FBC-0929-E4FC-3448-86C0F6BA2444}"/>
              </a:ext>
            </a:extLst>
          </p:cNvPr>
          <p:cNvSpPr txBox="1"/>
          <p:nvPr/>
        </p:nvSpPr>
        <p:spPr>
          <a:xfrm>
            <a:off x="1967806" y="3887423"/>
            <a:ext cx="1364742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800" b="1" dirty="0">
                <a:solidFill>
                  <a:srgbClr val="168653"/>
                </a:solidFill>
                <a:latin typeface="Arial"/>
              </a:rPr>
              <a:t>$2,820,736</a:t>
            </a:r>
            <a:endParaRPr lang="en-US" sz="800" dirty="0"/>
          </a:p>
        </p:txBody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989D43E2-2323-3FEC-25B0-2ECA474FD446}"/>
              </a:ext>
            </a:extLst>
          </p:cNvPr>
          <p:cNvSpPr/>
          <p:nvPr/>
        </p:nvSpPr>
        <p:spPr>
          <a:xfrm>
            <a:off x="3692593" y="3727736"/>
            <a:ext cx="1659636" cy="66522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4B26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E474A6BC-F3D6-1390-8D03-62FCC8805D10}"/>
              </a:ext>
            </a:extLst>
          </p:cNvPr>
          <p:cNvSpPr txBox="1"/>
          <p:nvPr/>
        </p:nvSpPr>
        <p:spPr>
          <a:xfrm>
            <a:off x="3795463" y="3810032"/>
            <a:ext cx="1453896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30" b="1" dirty="0">
                <a:solidFill>
                  <a:srgbClr val="B65F00"/>
                </a:solidFill>
                <a:latin typeface="Arial"/>
              </a:rPr>
              <a:t>DIRECT COST ADVANTAGE</a:t>
            </a:r>
            <a:endParaRPr lang="en-US" sz="630"/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202D1A28-11E0-D36B-8AF5-B3D1ACFA9C2E}"/>
              </a:ext>
            </a:extLst>
          </p:cNvPr>
          <p:cNvSpPr txBox="1"/>
          <p:nvPr/>
        </p:nvSpPr>
        <p:spPr>
          <a:xfrm>
            <a:off x="3795463" y="3919760"/>
            <a:ext cx="1529334" cy="4320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388" b="1" dirty="0">
                <a:solidFill>
                  <a:srgbClr val="B65F00"/>
                </a:solidFill>
                <a:latin typeface="Arial"/>
              </a:rPr>
              <a:t>$4.2 million</a:t>
            </a:r>
          </a:p>
          <a:p>
            <a:r>
              <a:rPr lang="en-US" sz="1000" b="1" dirty="0">
                <a:solidFill>
                  <a:srgbClr val="B65F00"/>
                </a:solidFill>
                <a:latin typeface="Arial"/>
              </a:rPr>
              <a:t>(60% reduction)</a:t>
            </a:r>
          </a:p>
        </p:txBody>
      </p:sp>
      <p:sp>
        <p:nvSpPr>
          <p:cNvPr id="53" name="Shape 52">
            <a:extLst>
              <a:ext uri="{FF2B5EF4-FFF2-40B4-BE49-F238E27FC236}">
                <a16:creationId xmlns:a16="http://schemas.microsoft.com/office/drawing/2014/main" id="{1A4DFD08-E632-A7FF-0B08-5D34A00675E9}"/>
              </a:ext>
            </a:extLst>
          </p:cNvPr>
          <p:cNvSpPr/>
          <p:nvPr/>
        </p:nvSpPr>
        <p:spPr>
          <a:xfrm>
            <a:off x="5557969" y="1814354"/>
            <a:ext cx="3195828" cy="2578608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E8D1FAA6-4FEE-62E3-0D86-3D1FE984A16D}"/>
              </a:ext>
            </a:extLst>
          </p:cNvPr>
          <p:cNvSpPr txBox="1"/>
          <p:nvPr/>
        </p:nvSpPr>
        <p:spPr>
          <a:xfrm>
            <a:off x="5765465" y="1930940"/>
            <a:ext cx="137160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latin typeface="Arial"/>
              </a:rPr>
              <a:t>Customer outcome</a:t>
            </a:r>
            <a:endParaRPr lang="en-US" sz="728"/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5E246EEF-B17D-4574-6167-08523038482C}"/>
              </a:ext>
            </a:extLst>
          </p:cNvPr>
          <p:cNvSpPr txBox="1"/>
          <p:nvPr/>
        </p:nvSpPr>
        <p:spPr>
          <a:xfrm>
            <a:off x="5765465" y="2116106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Containment rate</a:t>
            </a:r>
            <a:endParaRPr lang="en-US" sz="600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9E27E418-6B3D-8733-CD2A-6CDAD4EF3A04}"/>
              </a:ext>
            </a:extLst>
          </p:cNvPr>
          <p:cNvSpPr txBox="1"/>
          <p:nvPr/>
        </p:nvSpPr>
        <p:spPr>
          <a:xfrm>
            <a:off x="6910751" y="2116106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Resolved without human transfer</a:t>
            </a:r>
            <a:endParaRPr lang="en-US" sz="570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08EB27FE-151C-7C24-5443-4BD4AC1DAA08}"/>
              </a:ext>
            </a:extLst>
          </p:cNvPr>
          <p:cNvSpPr txBox="1"/>
          <p:nvPr/>
        </p:nvSpPr>
        <p:spPr>
          <a:xfrm>
            <a:off x="5765465" y="2273840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Successful removal rate</a:t>
            </a:r>
            <a:endParaRPr lang="en-US" sz="6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E38B370-1504-A67A-902B-72B247B1F1AB}"/>
              </a:ext>
            </a:extLst>
          </p:cNvPr>
          <p:cNvSpPr txBox="1"/>
          <p:nvPr/>
        </p:nvSpPr>
        <p:spPr>
          <a:xfrm>
            <a:off x="6910751" y="2273840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Safe automated blocks removed</a:t>
            </a:r>
            <a:endParaRPr lang="en-US" sz="57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1ADFECF-94EE-D8F5-11F1-3D02E4E8FB98}"/>
              </a:ext>
            </a:extLst>
          </p:cNvPr>
          <p:cNvSpPr txBox="1"/>
          <p:nvPr/>
        </p:nvSpPr>
        <p:spPr>
          <a:xfrm>
            <a:off x="5765465" y="2431574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Drop rate</a:t>
            </a:r>
            <a:endParaRPr lang="en-US" sz="60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FBA16CD-40AD-2E74-5893-C3BCAB119779}"/>
              </a:ext>
            </a:extLst>
          </p:cNvPr>
          <p:cNvSpPr txBox="1"/>
          <p:nvPr/>
        </p:nvSpPr>
        <p:spPr>
          <a:xfrm>
            <a:off x="6910751" y="2431574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Customers leaving before resolution</a:t>
            </a:r>
            <a:endParaRPr lang="en-US" sz="570"/>
          </a:p>
        </p:txBody>
      </p:sp>
      <p:cxnSp>
        <p:nvCxnSpPr>
          <p:cNvPr id="62" name="Connector 60">
            <a:extLst>
              <a:ext uri="{FF2B5EF4-FFF2-40B4-BE49-F238E27FC236}">
                <a16:creationId xmlns:a16="http://schemas.microsoft.com/office/drawing/2014/main" id="{147849ED-B667-405C-3F66-885DA1B5707E}"/>
              </a:ext>
            </a:extLst>
          </p:cNvPr>
          <p:cNvCxnSpPr/>
          <p:nvPr/>
        </p:nvCxnSpPr>
        <p:spPr>
          <a:xfrm>
            <a:off x="5765465" y="2623598"/>
            <a:ext cx="2914650" cy="0"/>
          </a:xfrm>
          <a:prstGeom prst="line">
            <a:avLst/>
          </a:prstGeom>
          <a:ln w="8890">
            <a:solidFill>
              <a:srgbClr val="D8DEE8"/>
            </a:solidFill>
            <a:tailEnd type="none"/>
          </a:ln>
        </p:spPr>
      </p:cxnSp>
      <p:sp>
        <p:nvSpPr>
          <p:cNvPr id="63" name="Text 61">
            <a:extLst>
              <a:ext uri="{FF2B5EF4-FFF2-40B4-BE49-F238E27FC236}">
                <a16:creationId xmlns:a16="http://schemas.microsoft.com/office/drawing/2014/main" id="{19C44E45-9E07-3E9C-E9FA-D931DD2A8114}"/>
              </a:ext>
            </a:extLst>
          </p:cNvPr>
          <p:cNvSpPr txBox="1"/>
          <p:nvPr/>
        </p:nvSpPr>
        <p:spPr>
          <a:xfrm>
            <a:off x="5765465" y="2733326"/>
            <a:ext cx="150876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latin typeface="Arial"/>
              </a:rPr>
              <a:t>Routing and escalation</a:t>
            </a:r>
            <a:endParaRPr lang="en-US" sz="728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11E32C09-C029-8A55-ABFA-5988B99B8B9D}"/>
              </a:ext>
            </a:extLst>
          </p:cNvPr>
          <p:cNvSpPr txBox="1"/>
          <p:nvPr/>
        </p:nvSpPr>
        <p:spPr>
          <a:xfrm>
            <a:off x="5765465" y="2918492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Fraud transfer rate</a:t>
            </a:r>
            <a:endParaRPr lang="en-US" sz="6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BC64498-A889-C690-53DB-5A23AE279388}"/>
              </a:ext>
            </a:extLst>
          </p:cNvPr>
          <p:cNvSpPr txBox="1"/>
          <p:nvPr/>
        </p:nvSpPr>
        <p:spPr>
          <a:xfrm>
            <a:off x="6910751" y="2918492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Suspected fraud sent to specialist</a:t>
            </a:r>
            <a:endParaRPr lang="en-US" sz="57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148AD6CF-3B43-E3B7-1463-68F3AE47EC3A}"/>
              </a:ext>
            </a:extLst>
          </p:cNvPr>
          <p:cNvSpPr txBox="1"/>
          <p:nvPr/>
        </p:nvSpPr>
        <p:spPr>
          <a:xfrm>
            <a:off x="5765465" y="3076226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Non-fraud transfer rate</a:t>
            </a:r>
            <a:endParaRPr lang="en-US" sz="60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7EB527EB-E164-1D9C-BCD0-BDF9131B0CA7}"/>
              </a:ext>
            </a:extLst>
          </p:cNvPr>
          <p:cNvSpPr txBox="1"/>
          <p:nvPr/>
        </p:nvSpPr>
        <p:spPr>
          <a:xfrm>
            <a:off x="6910751" y="3076226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Wrong-department demand</a:t>
            </a:r>
            <a:endParaRPr lang="en-US" sz="57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B9A9D505-9BDA-5241-4A74-D2A5847F3F64}"/>
              </a:ext>
            </a:extLst>
          </p:cNvPr>
          <p:cNvSpPr txBox="1"/>
          <p:nvPr/>
        </p:nvSpPr>
        <p:spPr>
          <a:xfrm>
            <a:off x="5765465" y="3233960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Authentication failure</a:t>
            </a:r>
            <a:endParaRPr lang="en-US" sz="60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2A9889A1-EFA1-4B08-73E9-C33076B8EFD7}"/>
              </a:ext>
            </a:extLst>
          </p:cNvPr>
          <p:cNvSpPr txBox="1"/>
          <p:nvPr/>
        </p:nvSpPr>
        <p:spPr>
          <a:xfrm>
            <a:off x="6910751" y="3233960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Failed or suspicious verification</a:t>
            </a:r>
            <a:endParaRPr lang="en-US" sz="570"/>
          </a:p>
        </p:txBody>
      </p:sp>
      <p:cxnSp>
        <p:nvCxnSpPr>
          <p:cNvPr id="70" name="Connector 68">
            <a:extLst>
              <a:ext uri="{FF2B5EF4-FFF2-40B4-BE49-F238E27FC236}">
                <a16:creationId xmlns:a16="http://schemas.microsoft.com/office/drawing/2014/main" id="{ED12DC47-48DE-E375-613A-FF2208FD07FD}"/>
              </a:ext>
            </a:extLst>
          </p:cNvPr>
          <p:cNvCxnSpPr/>
          <p:nvPr/>
        </p:nvCxnSpPr>
        <p:spPr>
          <a:xfrm>
            <a:off x="5765465" y="3425984"/>
            <a:ext cx="2914650" cy="0"/>
          </a:xfrm>
          <a:prstGeom prst="line">
            <a:avLst/>
          </a:prstGeom>
          <a:ln w="8890">
            <a:solidFill>
              <a:srgbClr val="D8DEE8"/>
            </a:solidFill>
            <a:tailEnd type="none"/>
          </a:ln>
        </p:spPr>
      </p:cxnSp>
      <p:sp>
        <p:nvSpPr>
          <p:cNvPr id="71" name="Text 69">
            <a:extLst>
              <a:ext uri="{FF2B5EF4-FFF2-40B4-BE49-F238E27FC236}">
                <a16:creationId xmlns:a16="http://schemas.microsoft.com/office/drawing/2014/main" id="{F4E63821-0BD8-DCDB-DD9B-4A72BE22FDE2}"/>
              </a:ext>
            </a:extLst>
          </p:cNvPr>
          <p:cNvSpPr txBox="1"/>
          <p:nvPr/>
        </p:nvSpPr>
        <p:spPr>
          <a:xfrm>
            <a:off x="5765465" y="3535712"/>
            <a:ext cx="2263140" cy="1303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8" b="1" dirty="0">
                <a:latin typeface="Arial"/>
              </a:rPr>
              <a:t>Efficiency, reliability, and safety</a:t>
            </a:r>
            <a:endParaRPr lang="en-US" sz="728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4C86CDD0-0D8C-2F95-222F-6B94B79C7B93}"/>
              </a:ext>
            </a:extLst>
          </p:cNvPr>
          <p:cNvSpPr txBox="1"/>
          <p:nvPr/>
        </p:nvSpPr>
        <p:spPr>
          <a:xfrm>
            <a:off x="5765465" y="3720878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Calls / tokens / cost</a:t>
            </a:r>
            <a:endParaRPr lang="en-US" sz="60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46A15FB8-5526-4D32-40AA-1806FDFB28D2}"/>
              </a:ext>
            </a:extLst>
          </p:cNvPr>
          <p:cNvSpPr txBox="1"/>
          <p:nvPr/>
        </p:nvSpPr>
        <p:spPr>
          <a:xfrm>
            <a:off x="6910751" y="3720878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Per session and successful outcome</a:t>
            </a:r>
            <a:endParaRPr lang="en-US" sz="57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73AA5228-669B-83C3-2E5A-549B214FC0C0}"/>
              </a:ext>
            </a:extLst>
          </p:cNvPr>
          <p:cNvSpPr txBox="1"/>
          <p:nvPr/>
        </p:nvSpPr>
        <p:spPr>
          <a:xfrm>
            <a:off x="5765465" y="3878612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p50 / p95 latency</a:t>
            </a:r>
            <a:endParaRPr lang="en-US" sz="60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6EE80B6E-E561-AC6C-BEAB-81F067CD8955}"/>
              </a:ext>
            </a:extLst>
          </p:cNvPr>
          <p:cNvSpPr txBox="1"/>
          <p:nvPr/>
        </p:nvSpPr>
        <p:spPr>
          <a:xfrm>
            <a:off x="6910751" y="3878612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Typical and slow customer experience</a:t>
            </a:r>
            <a:endParaRPr lang="en-US" sz="57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AC9166B4-47DA-B7BF-950B-F79F4F027999}"/>
              </a:ext>
            </a:extLst>
          </p:cNvPr>
          <p:cNvSpPr txBox="1"/>
          <p:nvPr/>
        </p:nvSpPr>
        <p:spPr>
          <a:xfrm>
            <a:off x="5765465" y="4036346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Clarification / retries</a:t>
            </a:r>
            <a:endParaRPr lang="en-US" sz="60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7002998A-485E-4D91-FEEC-2A55A1DA4ADF}"/>
              </a:ext>
            </a:extLst>
          </p:cNvPr>
          <p:cNvSpPr txBox="1"/>
          <p:nvPr/>
        </p:nvSpPr>
        <p:spPr>
          <a:xfrm>
            <a:off x="6910751" y="4036346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Loops, parsing, and tool instability</a:t>
            </a:r>
            <a:endParaRPr lang="en-US" sz="57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9B877D8C-EF63-9F92-CA47-712C53A4CB79}"/>
              </a:ext>
            </a:extLst>
          </p:cNvPr>
          <p:cNvSpPr txBox="1"/>
          <p:nvPr/>
        </p:nvSpPr>
        <p:spPr>
          <a:xfrm>
            <a:off x="5765465" y="4194080"/>
            <a:ext cx="11452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0" b="1" dirty="0">
                <a:latin typeface="Arial"/>
              </a:rPr>
              <a:t>Safety violations</a:t>
            </a:r>
            <a:endParaRPr lang="en-US" sz="60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2B9A49D3-1D6B-FD4B-7BBA-4B30AC0E4EC1}"/>
              </a:ext>
            </a:extLst>
          </p:cNvPr>
          <p:cNvSpPr txBox="1"/>
          <p:nvPr/>
        </p:nvSpPr>
        <p:spPr>
          <a:xfrm>
            <a:off x="6910751" y="4194080"/>
            <a:ext cx="168021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70" dirty="0">
                <a:latin typeface="Arial"/>
              </a:rPr>
              <a:t>Protected actions without evidence</a:t>
            </a:r>
            <a:endParaRPr lang="en-US" sz="57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01B0986F-304A-7BA3-55DD-2FBD654850D1}"/>
              </a:ext>
            </a:extLst>
          </p:cNvPr>
          <p:cNvSpPr/>
          <p:nvPr/>
        </p:nvSpPr>
        <p:spPr>
          <a:xfrm>
            <a:off x="352747" y="4530122"/>
            <a:ext cx="8401050" cy="528066"/>
          </a:xfrm>
          <a:prstGeom prst="roundRect">
            <a:avLst/>
          </a:prstGeom>
          <a:noFill/>
          <a:ln w="12700">
            <a:solidFill>
              <a:srgbClr val="D8DEE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16EB3FB1-4779-ECAB-CA21-BC5897B9CF6E}"/>
              </a:ext>
            </a:extLst>
          </p:cNvPr>
          <p:cNvSpPr txBox="1"/>
          <p:nvPr/>
        </p:nvSpPr>
        <p:spPr>
          <a:xfrm>
            <a:off x="455617" y="4605560"/>
            <a:ext cx="144018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608" b="1" dirty="0">
                <a:solidFill>
                  <a:srgbClr val="172033"/>
                </a:solidFill>
                <a:latin typeface="Arial"/>
              </a:rPr>
              <a:t>ASSUMPTIONS AND SOURCE</a:t>
            </a:r>
            <a:endParaRPr lang="en-US" sz="608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A0A7D074-BDA8-7828-E83D-8BD37D15DFDF}"/>
              </a:ext>
            </a:extLst>
          </p:cNvPr>
          <p:cNvSpPr txBox="1"/>
          <p:nvPr/>
        </p:nvSpPr>
        <p:spPr>
          <a:xfrm>
            <a:off x="455617" y="4763294"/>
            <a:ext cx="50063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5F6B7A"/>
                </a:solidFill>
                <a:latin typeface="Arial"/>
              </a:rPr>
              <a:t>500,000 annual calls; 60% successful at 6 API calls; 40% unsuccessful at 5; $14 avoided human handling per successful call.</a:t>
            </a:r>
            <a:endParaRPr lang="en-US" sz="6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C5663F64-8824-D7AD-E39E-2137A99CCAE3}"/>
              </a:ext>
            </a:extLst>
          </p:cNvPr>
          <p:cNvSpPr txBox="1"/>
          <p:nvPr/>
        </p:nvSpPr>
        <p:spPr>
          <a:xfrm>
            <a:off x="455617" y="4907312"/>
            <a:ext cx="5171460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rgbClr val="5F6B7A"/>
                </a:solidFill>
                <a:latin typeface="Arial"/>
              </a:rPr>
              <a:t>Token proxy comes from one measured Fable 5 session. Excludes telephony, infrastructure, monitoring, maintenance, and human escalation costs.</a:t>
            </a:r>
            <a:endParaRPr lang="en-US" sz="6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06812AA5-0FA1-72A5-3434-CD63C5BAD1FB}"/>
              </a:ext>
            </a:extLst>
          </p:cNvPr>
          <p:cNvSpPr txBox="1"/>
          <p:nvPr/>
        </p:nvSpPr>
        <p:spPr>
          <a:xfrm>
            <a:off x="5979473" y="4763294"/>
            <a:ext cx="28117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2563A8"/>
                </a:solidFill>
                <a:latin typeface="Arial"/>
              </a:rPr>
              <a:t>Claude Fable 5: $10/MTok input; $50/MTok output.</a:t>
            </a:r>
            <a:endParaRPr lang="en-US" sz="525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AE1B5D05-C1DB-51DB-8E8F-697AC4E60EA5}"/>
              </a:ext>
            </a:extLst>
          </p:cNvPr>
          <p:cNvSpPr txBox="1"/>
          <p:nvPr/>
        </p:nvSpPr>
        <p:spPr>
          <a:xfrm>
            <a:off x="5979473" y="4907312"/>
            <a:ext cx="28117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25" dirty="0">
                <a:solidFill>
                  <a:srgbClr val="2563A8"/>
                </a:solidFill>
                <a:latin typeface="Arial"/>
              </a:rPr>
              <a:t>Source: anthropic.com/news/claude-fable-5-mythos-5</a:t>
            </a:r>
            <a:endParaRPr lang="en-US" sz="525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4F0019-BEC0-36C2-CB49-E2520302D15B}"/>
              </a:ext>
            </a:extLst>
          </p:cNvPr>
          <p:cNvSpPr txBox="1"/>
          <p:nvPr/>
        </p:nvSpPr>
        <p:spPr>
          <a:xfrm>
            <a:off x="352747" y="950966"/>
            <a:ext cx="869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dirty="0"/>
              <a:t>Operational metrics show whether an agentic AI system delivers reliable, efficient, safe, and cost-effective outcomes at scale. They reveal issues such as high latency, excessive transfers, customer drop-off, unnecessary API usage, and workflow failures.</a:t>
            </a:r>
            <a:endParaRPr lang="en-US" sz="1200" dirty="0"/>
          </a:p>
        </p:txBody>
      </p:sp>
      <p:sp>
        <p:nvSpPr>
          <p:cNvPr id="87" name="Shape 44">
            <a:extLst>
              <a:ext uri="{FF2B5EF4-FFF2-40B4-BE49-F238E27FC236}">
                <a16:creationId xmlns:a16="http://schemas.microsoft.com/office/drawing/2014/main" id="{4471AD47-B6D6-BFA0-D96E-2644E3F04283}"/>
              </a:ext>
            </a:extLst>
          </p:cNvPr>
          <p:cNvSpPr/>
          <p:nvPr/>
        </p:nvSpPr>
        <p:spPr>
          <a:xfrm>
            <a:off x="1676341" y="4080587"/>
            <a:ext cx="1913382" cy="3055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88" name="Text 45">
            <a:extLst>
              <a:ext uri="{FF2B5EF4-FFF2-40B4-BE49-F238E27FC236}">
                <a16:creationId xmlns:a16="http://schemas.microsoft.com/office/drawing/2014/main" id="{C4589665-D1E4-9D2B-8D07-44D96C62E02E}"/>
              </a:ext>
            </a:extLst>
          </p:cNvPr>
          <p:cNvSpPr txBox="1"/>
          <p:nvPr/>
        </p:nvSpPr>
        <p:spPr>
          <a:xfrm>
            <a:off x="1773055" y="4126379"/>
            <a:ext cx="1716435" cy="951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en-US" sz="630" b="1" dirty="0">
                <a:solidFill>
                  <a:srgbClr val="168653"/>
                </a:solidFill>
                <a:latin typeface="Arial"/>
              </a:rPr>
              <a:t>Annual Cost without agentic system</a:t>
            </a:r>
            <a:endParaRPr lang="en-US" sz="630" dirty="0"/>
          </a:p>
        </p:txBody>
      </p:sp>
      <p:sp>
        <p:nvSpPr>
          <p:cNvPr id="89" name="Text 46">
            <a:extLst>
              <a:ext uri="{FF2B5EF4-FFF2-40B4-BE49-F238E27FC236}">
                <a16:creationId xmlns:a16="http://schemas.microsoft.com/office/drawing/2014/main" id="{32FD3C7D-1F4B-E6EA-D67B-B9A26EE13261}"/>
              </a:ext>
            </a:extLst>
          </p:cNvPr>
          <p:cNvSpPr txBox="1"/>
          <p:nvPr/>
        </p:nvSpPr>
        <p:spPr>
          <a:xfrm>
            <a:off x="1967806" y="4245076"/>
            <a:ext cx="1364742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800" b="1" dirty="0">
                <a:solidFill>
                  <a:srgbClr val="168653"/>
                </a:solidFill>
                <a:highlight>
                  <a:srgbClr val="FFFF00"/>
                </a:highlight>
                <a:latin typeface="Arial"/>
              </a:rPr>
              <a:t>$7,000,000</a:t>
            </a:r>
            <a:endParaRPr lang="en-US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77605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3532-02C0-0E53-F080-34806FB5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0E441B3-5027-4258-B05E-B2E8532605C5}"/>
              </a:ext>
            </a:extLst>
          </p:cNvPr>
          <p:cNvSpPr/>
          <p:nvPr/>
        </p:nvSpPr>
        <p:spPr>
          <a:xfrm>
            <a:off x="448056" y="-292608"/>
            <a:ext cx="2148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AGENTIC AI EVALUATION</a:t>
            </a:r>
            <a:endParaRPr lang="en-US" sz="7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CA9984-B18F-EE65-0C74-7475BB30C13C}"/>
              </a:ext>
            </a:extLst>
          </p:cNvPr>
          <p:cNvSpPr/>
          <p:nvPr/>
        </p:nvSpPr>
        <p:spPr>
          <a:xfrm>
            <a:off x="265000" y="599985"/>
            <a:ext cx="8410370" cy="31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CA" sz="1200" i="1" dirty="0">
                <a:solidFill>
                  <a:srgbClr val="5E6A75"/>
                </a:solidFill>
                <a:latin typeface="Aptos" pitchFamily="34" charset="0"/>
              </a:rPr>
              <a:t>Evaluation: Benchmarks/Validation Sets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5AB708-5C49-0DFB-37C0-23FD7ADE39CA}"/>
              </a:ext>
            </a:extLst>
          </p:cNvPr>
          <p:cNvSpPr/>
          <p:nvPr/>
        </p:nvSpPr>
        <p:spPr>
          <a:xfrm>
            <a:off x="82296" y="923544"/>
            <a:ext cx="8961120" cy="0"/>
          </a:xfrm>
          <a:prstGeom prst="line">
            <a:avLst/>
          </a:prstGeom>
          <a:noFill/>
          <a:ln w="31750">
            <a:solidFill>
              <a:srgbClr val="62C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BCEDEC3D-2E18-8D9B-F3F9-078A46BAE1B9}"/>
              </a:ext>
            </a:extLst>
          </p:cNvPr>
          <p:cNvSpPr/>
          <p:nvPr/>
        </p:nvSpPr>
        <p:spPr>
          <a:xfrm>
            <a:off x="259549" y="20783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ptos" pitchFamily="34" charset="0"/>
              </a:rPr>
              <a:t>Demo Walkthrough</a:t>
            </a:r>
            <a:endParaRPr lang="en-US" sz="2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5BEC748-B210-B15C-AEAA-9A7BF8B1DA45}"/>
              </a:ext>
            </a:extLst>
          </p:cNvPr>
          <p:cNvSpPr txBox="1"/>
          <p:nvPr/>
        </p:nvSpPr>
        <p:spPr>
          <a:xfrm>
            <a:off x="259548" y="1050597"/>
            <a:ext cx="8783867" cy="411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benchmark contains representative scenarios and expected behaviors used to measure how agent performance changes across versions.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200" b="1" dirty="0">
              <a:solidFill>
                <a:srgbClr val="087EA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CB5F90B-B6CA-BEF1-7378-BD05E2D72EED}"/>
              </a:ext>
            </a:extLst>
          </p:cNvPr>
          <p:cNvSpPr txBox="1"/>
          <p:nvPr/>
        </p:nvSpPr>
        <p:spPr>
          <a:xfrm>
            <a:off x="373845" y="1484292"/>
            <a:ext cx="473202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10" b="1">
                <a:solidFill>
                  <a:srgbClr val="2563A8"/>
                </a:solidFill>
                <a:latin typeface="Arial"/>
              </a:rPr>
              <a:t>TWO EXECUTION MODES — ONE REUSABLE BENCHMARK</a:t>
            </a:r>
            <a:endParaRPr lang="en-US" sz="81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633E3BF-91C6-2C28-B13F-1872B32DCAF8}"/>
              </a:ext>
            </a:extLst>
          </p:cNvPr>
          <p:cNvSpPr/>
          <p:nvPr/>
        </p:nvSpPr>
        <p:spPr>
          <a:xfrm>
            <a:off x="1402545" y="1662600"/>
            <a:ext cx="2859786" cy="329184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4B79B5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2EC59DA-956B-E45F-EBC9-56C5D85F898E}"/>
              </a:ext>
            </a:extLst>
          </p:cNvPr>
          <p:cNvSpPr txBox="1"/>
          <p:nvPr/>
        </p:nvSpPr>
        <p:spPr>
          <a:xfrm>
            <a:off x="1402545" y="1710606"/>
            <a:ext cx="28597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80" b="1" dirty="0">
                <a:solidFill>
                  <a:srgbClr val="2563A8"/>
                </a:solidFill>
                <a:latin typeface="Arial"/>
              </a:rPr>
              <a:t>BENCHMARK / VALIDATION SET</a:t>
            </a:r>
            <a:endParaRPr lang="en-US" sz="78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85E87B4-3285-C1D5-8246-95F338C2AB73}"/>
              </a:ext>
            </a:extLst>
          </p:cNvPr>
          <p:cNvSpPr txBox="1"/>
          <p:nvPr/>
        </p:nvSpPr>
        <p:spPr>
          <a:xfrm>
            <a:off x="1402545" y="1854624"/>
            <a:ext cx="2859786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08" dirty="0">
                <a:solidFill>
                  <a:srgbClr val="5F6B7A"/>
                </a:solidFill>
                <a:latin typeface="Arial"/>
              </a:rPr>
              <a:t>Scenarios + expected behavior</a:t>
            </a:r>
            <a:endParaRPr lang="en-US" sz="608"/>
          </a:p>
        </p:txBody>
      </p:sp>
      <p:cxnSp>
        <p:nvCxnSpPr>
          <p:cNvPr id="13" name="Connector 13">
            <a:extLst>
              <a:ext uri="{FF2B5EF4-FFF2-40B4-BE49-F238E27FC236}">
                <a16:creationId xmlns:a16="http://schemas.microsoft.com/office/drawing/2014/main" id="{4EE86F36-4E8E-DB73-DC52-227D19241FA5}"/>
              </a:ext>
            </a:extLst>
          </p:cNvPr>
          <p:cNvCxnSpPr/>
          <p:nvPr/>
        </p:nvCxnSpPr>
        <p:spPr>
          <a:xfrm>
            <a:off x="2835867" y="1991784"/>
            <a:ext cx="0" cy="123444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4CE0F039-2A3D-C747-BEEC-2EE0B0F90590}"/>
              </a:ext>
            </a:extLst>
          </p:cNvPr>
          <p:cNvCxnSpPr/>
          <p:nvPr/>
        </p:nvCxnSpPr>
        <p:spPr>
          <a:xfrm>
            <a:off x="1512273" y="2115228"/>
            <a:ext cx="2640330" cy="0"/>
          </a:xfrm>
          <a:prstGeom prst="line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</p:cxnSp>
      <p:cxnSp>
        <p:nvCxnSpPr>
          <p:cNvPr id="15" name="Connector 15">
            <a:extLst>
              <a:ext uri="{FF2B5EF4-FFF2-40B4-BE49-F238E27FC236}">
                <a16:creationId xmlns:a16="http://schemas.microsoft.com/office/drawing/2014/main" id="{C8F99F61-9D76-F0CA-0033-B508710EDA38}"/>
              </a:ext>
            </a:extLst>
          </p:cNvPr>
          <p:cNvCxnSpPr/>
          <p:nvPr/>
        </p:nvCxnSpPr>
        <p:spPr>
          <a:xfrm>
            <a:off x="1512273" y="2115228"/>
            <a:ext cx="0" cy="8229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5B609D3B-1087-A784-FC43-8700E095AE9C}"/>
              </a:ext>
            </a:extLst>
          </p:cNvPr>
          <p:cNvCxnSpPr/>
          <p:nvPr/>
        </p:nvCxnSpPr>
        <p:spPr>
          <a:xfrm>
            <a:off x="4152603" y="2115228"/>
            <a:ext cx="0" cy="8229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1ADFF611-13A4-31E7-25D1-68AA9B7EE63B}"/>
              </a:ext>
            </a:extLst>
          </p:cNvPr>
          <p:cNvSpPr/>
          <p:nvPr/>
        </p:nvSpPr>
        <p:spPr>
          <a:xfrm>
            <a:off x="373845" y="2197524"/>
            <a:ext cx="2276856" cy="596646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2B2F711E-5B03-6DC4-5110-33F596E03AD6}"/>
              </a:ext>
            </a:extLst>
          </p:cNvPr>
          <p:cNvSpPr txBox="1"/>
          <p:nvPr/>
        </p:nvSpPr>
        <p:spPr>
          <a:xfrm>
            <a:off x="373845" y="2300394"/>
            <a:ext cx="227685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50" b="1" dirty="0">
                <a:solidFill>
                  <a:srgbClr val="168653"/>
                </a:solidFill>
                <a:latin typeface="Arial"/>
              </a:rPr>
              <a:t>OFFLINE DETERMINISTIC RUN</a:t>
            </a:r>
            <a:endParaRPr lang="en-US" sz="75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028965F-F0EA-241E-4187-0B4FDF462988}"/>
              </a:ext>
            </a:extLst>
          </p:cNvPr>
          <p:cNvSpPr txBox="1"/>
          <p:nvPr/>
        </p:nvSpPr>
        <p:spPr>
          <a:xfrm>
            <a:off x="373845" y="2464986"/>
            <a:ext cx="227685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dirty="0">
                <a:solidFill>
                  <a:srgbClr val="172033"/>
                </a:solidFill>
                <a:latin typeface="Arial"/>
              </a:rPr>
              <a:t>Recorded model outputs</a:t>
            </a:r>
            <a:endParaRPr lang="en-US" sz="638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305E65C1-CE3B-F188-28D4-737832D1EBC3}"/>
              </a:ext>
            </a:extLst>
          </p:cNvPr>
          <p:cNvSpPr txBox="1"/>
          <p:nvPr/>
        </p:nvSpPr>
        <p:spPr>
          <a:xfrm>
            <a:off x="483573" y="2636436"/>
            <a:ext cx="20574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63" dirty="0">
                <a:solidFill>
                  <a:srgbClr val="5F6B7A"/>
                </a:solidFill>
                <a:latin typeface="Arial"/>
              </a:rPr>
              <a:t>Tests orchestration, tools, controls, state, and graders</a:t>
            </a:r>
            <a:endParaRPr lang="en-US" sz="563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F1DEB60-D097-DA63-A782-66416250DFCB}"/>
              </a:ext>
            </a:extLst>
          </p:cNvPr>
          <p:cNvSpPr/>
          <p:nvPr/>
        </p:nvSpPr>
        <p:spPr>
          <a:xfrm>
            <a:off x="3014175" y="2197524"/>
            <a:ext cx="2276856" cy="596646"/>
          </a:xfrm>
          <a:prstGeom prst="roundRect">
            <a:avLst/>
          </a:prstGeom>
          <a:solidFill>
            <a:srgbClr val="F7FCF9"/>
          </a:solidFill>
          <a:ln w="12700">
            <a:solidFill>
              <a:srgbClr val="2F9A67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81B1000-110D-FFED-32F1-FEAF553F8A20}"/>
              </a:ext>
            </a:extLst>
          </p:cNvPr>
          <p:cNvSpPr txBox="1"/>
          <p:nvPr/>
        </p:nvSpPr>
        <p:spPr>
          <a:xfrm>
            <a:off x="3014175" y="2300394"/>
            <a:ext cx="227685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>
            <a:lvl1pPr algn="ctr">
              <a:defRPr sz="750" b="1">
                <a:solidFill>
                  <a:srgbClr val="168653"/>
                </a:solidFill>
                <a:latin typeface="Arial"/>
              </a:defRPr>
            </a:lvl1pPr>
          </a:lstStyle>
          <a:p>
            <a:r>
              <a:rPr lang="en-US" dirty="0"/>
              <a:t>LIVE MODEL RUN</a:t>
            </a: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5AC8B610-900C-EADD-A696-5BB0E4BCE066}"/>
              </a:ext>
            </a:extLst>
          </p:cNvPr>
          <p:cNvSpPr txBox="1"/>
          <p:nvPr/>
        </p:nvSpPr>
        <p:spPr>
          <a:xfrm>
            <a:off x="3014175" y="2464986"/>
            <a:ext cx="227685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38" dirty="0">
                <a:solidFill>
                  <a:srgbClr val="172033"/>
                </a:solidFill>
                <a:latin typeface="Arial"/>
              </a:rPr>
              <a:t>Current prompt + model API</a:t>
            </a:r>
            <a:endParaRPr lang="en-US" sz="638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6FF8435-95D5-60B9-8242-A4324AE50A33}"/>
              </a:ext>
            </a:extLst>
          </p:cNvPr>
          <p:cNvSpPr txBox="1"/>
          <p:nvPr/>
        </p:nvSpPr>
        <p:spPr>
          <a:xfrm>
            <a:off x="3123903" y="2636436"/>
            <a:ext cx="20574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63" dirty="0">
                <a:solidFill>
                  <a:srgbClr val="5F6B7A"/>
                </a:solidFill>
                <a:latin typeface="Arial"/>
              </a:rPr>
              <a:t>Tests interpretation, prompt quality, and integration</a:t>
            </a:r>
            <a:endParaRPr lang="en-US" sz="563"/>
          </a:p>
        </p:txBody>
      </p:sp>
      <p:cxnSp>
        <p:nvCxnSpPr>
          <p:cNvPr id="25" name="Connector 25">
            <a:extLst>
              <a:ext uri="{FF2B5EF4-FFF2-40B4-BE49-F238E27FC236}">
                <a16:creationId xmlns:a16="http://schemas.microsoft.com/office/drawing/2014/main" id="{42ADBB79-7E2C-F3F3-EBD9-70106803E742}"/>
              </a:ext>
            </a:extLst>
          </p:cNvPr>
          <p:cNvCxnSpPr/>
          <p:nvPr/>
        </p:nvCxnSpPr>
        <p:spPr>
          <a:xfrm>
            <a:off x="1512273" y="2794170"/>
            <a:ext cx="0" cy="10287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6" name="Connector 26">
            <a:extLst>
              <a:ext uri="{FF2B5EF4-FFF2-40B4-BE49-F238E27FC236}">
                <a16:creationId xmlns:a16="http://schemas.microsoft.com/office/drawing/2014/main" id="{15143C98-A459-12FF-67D6-31FBDBF9C365}"/>
              </a:ext>
            </a:extLst>
          </p:cNvPr>
          <p:cNvCxnSpPr/>
          <p:nvPr/>
        </p:nvCxnSpPr>
        <p:spPr>
          <a:xfrm>
            <a:off x="4152603" y="2794170"/>
            <a:ext cx="0" cy="10287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7" name="Connector 27">
            <a:extLst>
              <a:ext uri="{FF2B5EF4-FFF2-40B4-BE49-F238E27FC236}">
                <a16:creationId xmlns:a16="http://schemas.microsoft.com/office/drawing/2014/main" id="{F08644F9-C3B0-AEA2-B844-66E896C692B8}"/>
              </a:ext>
            </a:extLst>
          </p:cNvPr>
          <p:cNvCxnSpPr/>
          <p:nvPr/>
        </p:nvCxnSpPr>
        <p:spPr>
          <a:xfrm>
            <a:off x="1512273" y="2897040"/>
            <a:ext cx="2640330" cy="0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cxnSp>
        <p:nvCxnSpPr>
          <p:cNvPr id="28" name="Connector 28">
            <a:extLst>
              <a:ext uri="{FF2B5EF4-FFF2-40B4-BE49-F238E27FC236}">
                <a16:creationId xmlns:a16="http://schemas.microsoft.com/office/drawing/2014/main" id="{2BFCC206-4376-098D-01D2-B0F81AD2B557}"/>
              </a:ext>
            </a:extLst>
          </p:cNvPr>
          <p:cNvCxnSpPr/>
          <p:nvPr/>
        </p:nvCxnSpPr>
        <p:spPr>
          <a:xfrm>
            <a:off x="2835867" y="2897040"/>
            <a:ext cx="0" cy="82296"/>
          </a:xfrm>
          <a:prstGeom prst="line">
            <a:avLst/>
          </a:prstGeom>
          <a:ln w="13970">
            <a:solidFill>
              <a:srgbClr val="7F8EA3"/>
            </a:solidFill>
            <a:tailEnd type="none"/>
          </a:ln>
        </p:spPr>
      </p:cxnSp>
      <p:sp>
        <p:nvSpPr>
          <p:cNvPr id="29" name="Shape 29">
            <a:extLst>
              <a:ext uri="{FF2B5EF4-FFF2-40B4-BE49-F238E27FC236}">
                <a16:creationId xmlns:a16="http://schemas.microsoft.com/office/drawing/2014/main" id="{C180A146-CBBF-471D-04CF-0AEE6B6E9BEA}"/>
              </a:ext>
            </a:extLst>
          </p:cNvPr>
          <p:cNvSpPr/>
          <p:nvPr/>
        </p:nvSpPr>
        <p:spPr>
          <a:xfrm>
            <a:off x="1402545" y="2979336"/>
            <a:ext cx="2859786" cy="274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AEB8C8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B259A97-B5A2-5C76-D27D-F8FC78EB0643}"/>
              </a:ext>
            </a:extLst>
          </p:cNvPr>
          <p:cNvSpPr txBox="1"/>
          <p:nvPr/>
        </p:nvSpPr>
        <p:spPr>
          <a:xfrm>
            <a:off x="1402545" y="3041058"/>
            <a:ext cx="2859786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65" b="1" dirty="0">
                <a:solidFill>
                  <a:srgbClr val="172033"/>
                </a:solidFill>
                <a:latin typeface="Arial"/>
              </a:rPr>
              <a:t>HYBRID EVALUATION REPORT</a:t>
            </a:r>
            <a:endParaRPr lang="en-US" sz="765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7F3DC77-742C-7AC9-5BA8-7F16EFE19129}"/>
              </a:ext>
            </a:extLst>
          </p:cNvPr>
          <p:cNvSpPr/>
          <p:nvPr/>
        </p:nvSpPr>
        <p:spPr>
          <a:xfrm>
            <a:off x="5579067" y="1662600"/>
            <a:ext cx="3195828" cy="1591056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AAC3E4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F45F0041-0ACC-8CF1-33A4-FAC3F82EABE7}"/>
              </a:ext>
            </a:extLst>
          </p:cNvPr>
          <p:cNvSpPr txBox="1"/>
          <p:nvPr/>
        </p:nvSpPr>
        <p:spPr>
          <a:xfrm>
            <a:off x="5723085" y="1799760"/>
            <a:ext cx="28117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25" b="1" dirty="0">
                <a:solidFill>
                  <a:srgbClr val="2563A8"/>
                </a:solidFill>
                <a:latin typeface="Arial"/>
              </a:rPr>
              <a:t>EACH BENCHMARK RUN REPORTS</a:t>
            </a:r>
            <a:endParaRPr lang="en-US" sz="825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87F03CA3-415E-AE0B-84D7-B2E43203D59F}"/>
              </a:ext>
            </a:extLst>
          </p:cNvPr>
          <p:cNvSpPr/>
          <p:nvPr/>
        </p:nvSpPr>
        <p:spPr>
          <a:xfrm>
            <a:off x="5723085" y="1984926"/>
            <a:ext cx="2914650" cy="2400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1CF6CA7A-E89B-EFDF-3773-BF5B1D13402A}"/>
              </a:ext>
            </a:extLst>
          </p:cNvPr>
          <p:cNvSpPr txBox="1"/>
          <p:nvPr/>
        </p:nvSpPr>
        <p:spPr>
          <a:xfrm>
            <a:off x="5825955" y="2032932"/>
            <a:ext cx="116586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latin typeface="Arial"/>
              </a:rPr>
              <a:t>Outcome / code checks</a:t>
            </a:r>
            <a:endParaRPr lang="en-US" sz="638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48BC8549-C159-51C1-B13B-CD7C63CE6D97}"/>
              </a:ext>
            </a:extLst>
          </p:cNvPr>
          <p:cNvSpPr txBox="1"/>
          <p:nvPr/>
        </p:nvSpPr>
        <p:spPr>
          <a:xfrm>
            <a:off x="6923235" y="2032932"/>
            <a:ext cx="161163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Expected business result</a:t>
            </a:r>
            <a:endParaRPr lang="en-US" sz="585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3ECFCA4C-A4CA-A381-29E0-5978120A29F6}"/>
              </a:ext>
            </a:extLst>
          </p:cNvPr>
          <p:cNvSpPr/>
          <p:nvPr/>
        </p:nvSpPr>
        <p:spPr>
          <a:xfrm>
            <a:off x="5723085" y="2279820"/>
            <a:ext cx="2914650" cy="2400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D0726CAA-490D-69A6-2D43-B0E479A1449A}"/>
              </a:ext>
            </a:extLst>
          </p:cNvPr>
          <p:cNvSpPr txBox="1"/>
          <p:nvPr/>
        </p:nvSpPr>
        <p:spPr>
          <a:xfrm>
            <a:off x="5825955" y="2327826"/>
            <a:ext cx="116586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latin typeface="Arial"/>
              </a:rPr>
              <a:t>Trajectory checks</a:t>
            </a:r>
            <a:endParaRPr lang="en-US" sz="638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37C60D0F-12FA-005C-0BCE-6B01498ED542}"/>
              </a:ext>
            </a:extLst>
          </p:cNvPr>
          <p:cNvSpPr txBox="1"/>
          <p:nvPr/>
        </p:nvSpPr>
        <p:spPr>
          <a:xfrm>
            <a:off x="6923235" y="2327826"/>
            <a:ext cx="161163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Required steps and dependencies</a:t>
            </a:r>
            <a:endParaRPr lang="en-US" sz="585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99A21FEA-1628-AC80-46C6-00FE82616478}"/>
              </a:ext>
            </a:extLst>
          </p:cNvPr>
          <p:cNvSpPr/>
          <p:nvPr/>
        </p:nvSpPr>
        <p:spPr>
          <a:xfrm>
            <a:off x="5723085" y="2574714"/>
            <a:ext cx="2914650" cy="2400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03CDD8B0-647B-046E-D694-8FF0E4F87CE6}"/>
              </a:ext>
            </a:extLst>
          </p:cNvPr>
          <p:cNvSpPr txBox="1"/>
          <p:nvPr/>
        </p:nvSpPr>
        <p:spPr>
          <a:xfrm>
            <a:off x="5825955" y="2622720"/>
            <a:ext cx="116586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latin typeface="Arial"/>
              </a:rPr>
              <a:t>Safety checks</a:t>
            </a:r>
            <a:endParaRPr lang="en-US" sz="638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8EF81FC0-CD32-5505-CEB0-79EA26C5043C}"/>
              </a:ext>
            </a:extLst>
          </p:cNvPr>
          <p:cNvSpPr txBox="1"/>
          <p:nvPr/>
        </p:nvSpPr>
        <p:spPr>
          <a:xfrm>
            <a:off x="6923235" y="2622720"/>
            <a:ext cx="161163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Prohibited actions avoided</a:t>
            </a:r>
            <a:endParaRPr lang="en-US" sz="585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9479160A-032D-ED0B-D7EA-F0A87F0F5283}"/>
              </a:ext>
            </a:extLst>
          </p:cNvPr>
          <p:cNvSpPr/>
          <p:nvPr/>
        </p:nvSpPr>
        <p:spPr>
          <a:xfrm>
            <a:off x="5723085" y="2869608"/>
            <a:ext cx="2914650" cy="2400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940B7A3B-F341-E8F4-5415-EE8D54FFC81C}"/>
              </a:ext>
            </a:extLst>
          </p:cNvPr>
          <p:cNvSpPr txBox="1"/>
          <p:nvPr/>
        </p:nvSpPr>
        <p:spPr>
          <a:xfrm>
            <a:off x="5825955" y="2917614"/>
            <a:ext cx="116586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638" b="1" dirty="0">
                <a:latin typeface="Arial"/>
              </a:rPr>
              <a:t>Operational metrics</a:t>
            </a:r>
            <a:endParaRPr lang="en-US" sz="638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D0275CAD-FB38-9AEA-387A-7144DC84DE0A}"/>
              </a:ext>
            </a:extLst>
          </p:cNvPr>
          <p:cNvSpPr txBox="1"/>
          <p:nvPr/>
        </p:nvSpPr>
        <p:spPr>
          <a:xfrm>
            <a:off x="6923235" y="2917614"/>
            <a:ext cx="1611630" cy="11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lIns="0" tIns="0" rIns="0" bIns="0" anchor="t"/>
          <a:lstStyle/>
          <a:p>
            <a:pPr algn="l"/>
            <a:r>
              <a:rPr lang="en-US" sz="585" dirty="0">
                <a:latin typeface="Arial"/>
              </a:rPr>
              <a:t>Calls, tokens, cost, and latency</a:t>
            </a:r>
            <a:endParaRPr lang="en-US" sz="585"/>
          </a:p>
        </p:txBody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BF809979-03A9-54C6-9C01-10F91BBA0455}"/>
              </a:ext>
            </a:extLst>
          </p:cNvPr>
          <p:cNvSpPr txBox="1"/>
          <p:nvPr/>
        </p:nvSpPr>
        <p:spPr>
          <a:xfrm>
            <a:off x="373845" y="3356526"/>
            <a:ext cx="243459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88" b="1" dirty="0">
                <a:solidFill>
                  <a:srgbClr val="172033"/>
                </a:solidFill>
                <a:latin typeface="Arial"/>
              </a:rPr>
              <a:t>ILLUSTRATIVE VERSION COMPARISONS</a:t>
            </a:r>
            <a:endParaRPr lang="en-US" sz="788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FE3C83E8-5984-2B11-5444-6835FF02AA43}"/>
              </a:ext>
            </a:extLst>
          </p:cNvPr>
          <p:cNvSpPr txBox="1"/>
          <p:nvPr/>
        </p:nvSpPr>
        <p:spPr>
          <a:xfrm>
            <a:off x="2890731" y="3356526"/>
            <a:ext cx="2811780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93" dirty="0">
                <a:solidFill>
                  <a:srgbClr val="5F6B7A"/>
                </a:solidFill>
                <a:latin typeface="Arial"/>
              </a:rPr>
              <a:t>Example values—not measured project results</a:t>
            </a:r>
            <a:endParaRPr lang="en-US" sz="593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15DCAC08-C889-F950-DADC-01223B6D2EC1}"/>
              </a:ext>
            </a:extLst>
          </p:cNvPr>
          <p:cNvSpPr/>
          <p:nvPr/>
        </p:nvSpPr>
        <p:spPr>
          <a:xfrm>
            <a:off x="373845" y="3562266"/>
            <a:ext cx="4114800" cy="12755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653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743E3DBF-DD99-F1F1-618A-1E2356F88E22}"/>
              </a:ext>
            </a:extLst>
          </p:cNvPr>
          <p:cNvSpPr/>
          <p:nvPr/>
        </p:nvSpPr>
        <p:spPr>
          <a:xfrm>
            <a:off x="373845" y="3562266"/>
            <a:ext cx="4114800" cy="219456"/>
          </a:xfrm>
          <a:prstGeom prst="roundRect">
            <a:avLst/>
          </a:prstGeom>
          <a:solidFill>
            <a:srgbClr val="E6F6ED"/>
          </a:solidFill>
          <a:ln w="12700">
            <a:solidFill>
              <a:srgbClr val="E6F6ED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D0DD5DA1-99D2-6AF8-8F37-C11F36173E9E}"/>
              </a:ext>
            </a:extLst>
          </p:cNvPr>
          <p:cNvSpPr txBox="1"/>
          <p:nvPr/>
        </p:nvSpPr>
        <p:spPr>
          <a:xfrm>
            <a:off x="497289" y="3603414"/>
            <a:ext cx="3867912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0" b="1" dirty="0">
                <a:solidFill>
                  <a:srgbClr val="168653"/>
                </a:solidFill>
                <a:latin typeface="Arial"/>
              </a:rPr>
              <a:t>MODEL UPGRADE — HIGHER QUALITY, HIGHER COST</a:t>
            </a:r>
            <a:endParaRPr lang="en-US" sz="720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45F1F4C8-BCC8-894C-E0B8-FF91C2724EC5}"/>
              </a:ext>
            </a:extLst>
          </p:cNvPr>
          <p:cNvSpPr txBox="1"/>
          <p:nvPr/>
        </p:nvSpPr>
        <p:spPr>
          <a:xfrm>
            <a:off x="497289" y="3829728"/>
            <a:ext cx="181737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b="1" dirty="0">
                <a:solidFill>
                  <a:srgbClr val="172033"/>
                </a:solidFill>
                <a:latin typeface="Arial"/>
              </a:rPr>
              <a:t>Result</a:t>
            </a:r>
            <a:endParaRPr lang="en-US" sz="585"/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A5CB8121-8897-1684-C940-36AB18262CCB}"/>
              </a:ext>
            </a:extLst>
          </p:cNvPr>
          <p:cNvSpPr txBox="1"/>
          <p:nvPr/>
        </p:nvSpPr>
        <p:spPr>
          <a:xfrm>
            <a:off x="2513541" y="3829728"/>
            <a:ext cx="99441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172033"/>
                </a:solidFill>
                <a:latin typeface="Arial"/>
              </a:rPr>
              <a:t>Current model</a:t>
            </a:r>
            <a:endParaRPr lang="en-US" sz="585"/>
          </a:p>
        </p:txBody>
      </p:sp>
      <p:sp>
        <p:nvSpPr>
          <p:cNvPr id="52" name="Text 52">
            <a:extLst>
              <a:ext uri="{FF2B5EF4-FFF2-40B4-BE49-F238E27FC236}">
                <a16:creationId xmlns:a16="http://schemas.microsoft.com/office/drawing/2014/main" id="{4A30F8A1-065E-0767-C5F9-54BE4E7074C9}"/>
              </a:ext>
            </a:extLst>
          </p:cNvPr>
          <p:cNvSpPr txBox="1"/>
          <p:nvPr/>
        </p:nvSpPr>
        <p:spPr>
          <a:xfrm>
            <a:off x="3610821" y="3829728"/>
            <a:ext cx="740664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168653"/>
                </a:solidFill>
                <a:latin typeface="Arial"/>
              </a:rPr>
              <a:t>Advanced model</a:t>
            </a:r>
            <a:endParaRPr lang="en-US" sz="585"/>
          </a:p>
        </p:txBody>
      </p:sp>
      <p:cxnSp>
        <p:nvCxnSpPr>
          <p:cNvPr id="53" name="Connector 53">
            <a:extLst>
              <a:ext uri="{FF2B5EF4-FFF2-40B4-BE49-F238E27FC236}">
                <a16:creationId xmlns:a16="http://schemas.microsoft.com/office/drawing/2014/main" id="{FFD83B7D-BBB9-6785-75B6-2195C74B1FC6}"/>
              </a:ext>
            </a:extLst>
          </p:cNvPr>
          <p:cNvCxnSpPr/>
          <p:nvPr/>
        </p:nvCxnSpPr>
        <p:spPr>
          <a:xfrm>
            <a:off x="497289" y="3973746"/>
            <a:ext cx="3867912" cy="0"/>
          </a:xfrm>
          <a:prstGeom prst="line">
            <a:avLst/>
          </a:prstGeom>
          <a:ln w="8890">
            <a:solidFill>
              <a:srgbClr val="D8DEE8"/>
            </a:solidFill>
            <a:tailEnd type="none"/>
          </a:ln>
        </p:spPr>
      </p:cxnSp>
      <p:sp>
        <p:nvSpPr>
          <p:cNvPr id="54" name="Text 54">
            <a:extLst>
              <a:ext uri="{FF2B5EF4-FFF2-40B4-BE49-F238E27FC236}">
                <a16:creationId xmlns:a16="http://schemas.microsoft.com/office/drawing/2014/main" id="{6144A3A1-1A52-B957-8CB1-8EC1F2AE1453}"/>
              </a:ext>
            </a:extLst>
          </p:cNvPr>
          <p:cNvSpPr txBox="1"/>
          <p:nvPr/>
        </p:nvSpPr>
        <p:spPr>
          <a:xfrm>
            <a:off x="497289" y="402175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Scenarios passed</a:t>
            </a:r>
            <a:endParaRPr lang="en-US" sz="544"/>
          </a:p>
        </p:txBody>
      </p:sp>
      <p:sp>
        <p:nvSpPr>
          <p:cNvPr id="55" name="Text 55">
            <a:extLst>
              <a:ext uri="{FF2B5EF4-FFF2-40B4-BE49-F238E27FC236}">
                <a16:creationId xmlns:a16="http://schemas.microsoft.com/office/drawing/2014/main" id="{49433A63-7E12-D669-0850-0670E62000E0}"/>
              </a:ext>
            </a:extLst>
          </p:cNvPr>
          <p:cNvSpPr txBox="1"/>
          <p:nvPr/>
        </p:nvSpPr>
        <p:spPr>
          <a:xfrm>
            <a:off x="2513541" y="402175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8/10</a:t>
            </a:r>
            <a:endParaRPr lang="en-US" sz="544"/>
          </a:p>
        </p:txBody>
      </p:sp>
      <p:sp>
        <p:nvSpPr>
          <p:cNvPr id="56" name="Text 56">
            <a:extLst>
              <a:ext uri="{FF2B5EF4-FFF2-40B4-BE49-F238E27FC236}">
                <a16:creationId xmlns:a16="http://schemas.microsoft.com/office/drawing/2014/main" id="{38E9001C-0E28-0861-F07B-8FF1AC786F73}"/>
              </a:ext>
            </a:extLst>
          </p:cNvPr>
          <p:cNvSpPr txBox="1"/>
          <p:nvPr/>
        </p:nvSpPr>
        <p:spPr>
          <a:xfrm>
            <a:off x="3514809" y="402175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168653"/>
                </a:solidFill>
                <a:latin typeface="Arial"/>
              </a:rPr>
              <a:t>9/10</a:t>
            </a:r>
            <a:endParaRPr lang="en-US" sz="533"/>
          </a:p>
        </p:txBody>
      </p:sp>
      <p:sp>
        <p:nvSpPr>
          <p:cNvPr id="57" name="Text 57">
            <a:extLst>
              <a:ext uri="{FF2B5EF4-FFF2-40B4-BE49-F238E27FC236}">
                <a16:creationId xmlns:a16="http://schemas.microsoft.com/office/drawing/2014/main" id="{A7102559-0B7B-48DB-EF22-D93DFEE86921}"/>
              </a:ext>
            </a:extLst>
          </p:cNvPr>
          <p:cNvSpPr txBox="1"/>
          <p:nvPr/>
        </p:nvSpPr>
        <p:spPr>
          <a:xfrm>
            <a:off x="497289" y="414176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Correct routing / trajectory</a:t>
            </a:r>
            <a:endParaRPr lang="en-US" sz="544"/>
          </a:p>
        </p:txBody>
      </p:sp>
      <p:sp>
        <p:nvSpPr>
          <p:cNvPr id="59" name="Text 58">
            <a:extLst>
              <a:ext uri="{FF2B5EF4-FFF2-40B4-BE49-F238E27FC236}">
                <a16:creationId xmlns:a16="http://schemas.microsoft.com/office/drawing/2014/main" id="{605EEDFB-1F99-0728-AC99-EB003941B546}"/>
              </a:ext>
            </a:extLst>
          </p:cNvPr>
          <p:cNvSpPr txBox="1"/>
          <p:nvPr/>
        </p:nvSpPr>
        <p:spPr>
          <a:xfrm>
            <a:off x="2513541" y="414176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90% / 80%</a:t>
            </a:r>
            <a:endParaRPr lang="en-US" sz="544"/>
          </a:p>
        </p:txBody>
      </p:sp>
      <p:sp>
        <p:nvSpPr>
          <p:cNvPr id="60" name="Text 59">
            <a:extLst>
              <a:ext uri="{FF2B5EF4-FFF2-40B4-BE49-F238E27FC236}">
                <a16:creationId xmlns:a16="http://schemas.microsoft.com/office/drawing/2014/main" id="{521992A8-57C6-2F2E-EBD2-5DD6A5758504}"/>
              </a:ext>
            </a:extLst>
          </p:cNvPr>
          <p:cNvSpPr txBox="1"/>
          <p:nvPr/>
        </p:nvSpPr>
        <p:spPr>
          <a:xfrm>
            <a:off x="3514809" y="414176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168653"/>
                </a:solidFill>
                <a:latin typeface="Arial"/>
              </a:rPr>
              <a:t>100% / 90%</a:t>
            </a:r>
            <a:endParaRPr lang="en-US" sz="533"/>
          </a:p>
        </p:txBody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677DE41A-E887-901C-A1EC-73FA2EF894D1}"/>
              </a:ext>
            </a:extLst>
          </p:cNvPr>
          <p:cNvSpPr txBox="1"/>
          <p:nvPr/>
        </p:nvSpPr>
        <p:spPr>
          <a:xfrm>
            <a:off x="497289" y="426178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Structured output</a:t>
            </a:r>
            <a:endParaRPr lang="en-US" sz="544"/>
          </a:p>
        </p:txBody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637494C7-1C80-3553-1891-343C5F90076E}"/>
              </a:ext>
            </a:extLst>
          </p:cNvPr>
          <p:cNvSpPr txBox="1"/>
          <p:nvPr/>
        </p:nvSpPr>
        <p:spPr>
          <a:xfrm>
            <a:off x="2513541" y="426178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100%</a:t>
            </a:r>
            <a:endParaRPr lang="en-US" sz="544"/>
          </a:p>
        </p:txBody>
      </p:sp>
      <p:sp>
        <p:nvSpPr>
          <p:cNvPr id="63" name="Text 62">
            <a:extLst>
              <a:ext uri="{FF2B5EF4-FFF2-40B4-BE49-F238E27FC236}">
                <a16:creationId xmlns:a16="http://schemas.microsoft.com/office/drawing/2014/main" id="{91B070EB-6FF0-2559-D23D-E38397795C08}"/>
              </a:ext>
            </a:extLst>
          </p:cNvPr>
          <p:cNvSpPr txBox="1"/>
          <p:nvPr/>
        </p:nvSpPr>
        <p:spPr>
          <a:xfrm>
            <a:off x="3514809" y="426178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168653"/>
                </a:solidFill>
                <a:latin typeface="Arial"/>
              </a:rPr>
              <a:t>100%</a:t>
            </a:r>
            <a:endParaRPr lang="en-US" sz="533"/>
          </a:p>
        </p:txBody>
      </p:sp>
      <p:sp>
        <p:nvSpPr>
          <p:cNvPr id="64" name="Text 63">
            <a:extLst>
              <a:ext uri="{FF2B5EF4-FFF2-40B4-BE49-F238E27FC236}">
                <a16:creationId xmlns:a16="http://schemas.microsoft.com/office/drawing/2014/main" id="{4C17CBEC-472F-5FBA-9B6F-16B551E3D496}"/>
              </a:ext>
            </a:extLst>
          </p:cNvPr>
          <p:cNvSpPr txBox="1"/>
          <p:nvPr/>
        </p:nvSpPr>
        <p:spPr>
          <a:xfrm>
            <a:off x="497289" y="438179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Average API calls</a:t>
            </a:r>
            <a:endParaRPr lang="en-US" sz="544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300EACB1-FE81-F8E5-F9B2-7EEEAC8FBA5B}"/>
              </a:ext>
            </a:extLst>
          </p:cNvPr>
          <p:cNvSpPr txBox="1"/>
          <p:nvPr/>
        </p:nvSpPr>
        <p:spPr>
          <a:xfrm>
            <a:off x="2513541" y="438179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2.4</a:t>
            </a:r>
            <a:endParaRPr lang="en-US" sz="544"/>
          </a:p>
        </p:txBody>
      </p:sp>
      <p:sp>
        <p:nvSpPr>
          <p:cNvPr id="66" name="Text 65">
            <a:extLst>
              <a:ext uri="{FF2B5EF4-FFF2-40B4-BE49-F238E27FC236}">
                <a16:creationId xmlns:a16="http://schemas.microsoft.com/office/drawing/2014/main" id="{F62B8D06-3E87-03A0-E747-F9D85BB7BC0A}"/>
              </a:ext>
            </a:extLst>
          </p:cNvPr>
          <p:cNvSpPr txBox="1"/>
          <p:nvPr/>
        </p:nvSpPr>
        <p:spPr>
          <a:xfrm>
            <a:off x="3514809" y="438179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B65F00"/>
                </a:solidFill>
                <a:latin typeface="Arial"/>
              </a:rPr>
              <a:t>3.1</a:t>
            </a:r>
            <a:endParaRPr lang="en-US" sz="533"/>
          </a:p>
        </p:txBody>
      </p:sp>
      <p:sp>
        <p:nvSpPr>
          <p:cNvPr id="67" name="Text 66">
            <a:extLst>
              <a:ext uri="{FF2B5EF4-FFF2-40B4-BE49-F238E27FC236}">
                <a16:creationId xmlns:a16="http://schemas.microsoft.com/office/drawing/2014/main" id="{DF242319-7BAF-D620-82D2-9E273B56F058}"/>
              </a:ext>
            </a:extLst>
          </p:cNvPr>
          <p:cNvSpPr txBox="1"/>
          <p:nvPr/>
        </p:nvSpPr>
        <p:spPr>
          <a:xfrm>
            <a:off x="497289" y="450181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Cost / latency</a:t>
            </a:r>
            <a:endParaRPr lang="en-US" sz="544"/>
          </a:p>
        </p:txBody>
      </p:sp>
      <p:sp>
        <p:nvSpPr>
          <p:cNvPr id="68" name="Text 67">
            <a:extLst>
              <a:ext uri="{FF2B5EF4-FFF2-40B4-BE49-F238E27FC236}">
                <a16:creationId xmlns:a16="http://schemas.microsoft.com/office/drawing/2014/main" id="{D6097454-9D80-6E83-9B12-C30C5656DFFD}"/>
              </a:ext>
            </a:extLst>
          </p:cNvPr>
          <p:cNvSpPr txBox="1"/>
          <p:nvPr/>
        </p:nvSpPr>
        <p:spPr>
          <a:xfrm>
            <a:off x="2513541" y="450181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$0.028 / 2.9s</a:t>
            </a:r>
            <a:endParaRPr lang="en-US" sz="544"/>
          </a:p>
        </p:txBody>
      </p:sp>
      <p:sp>
        <p:nvSpPr>
          <p:cNvPr id="69" name="Text 68">
            <a:extLst>
              <a:ext uri="{FF2B5EF4-FFF2-40B4-BE49-F238E27FC236}">
                <a16:creationId xmlns:a16="http://schemas.microsoft.com/office/drawing/2014/main" id="{677E6FE3-C6A4-BBAA-8143-A860DA605CA1}"/>
              </a:ext>
            </a:extLst>
          </p:cNvPr>
          <p:cNvSpPr txBox="1"/>
          <p:nvPr/>
        </p:nvSpPr>
        <p:spPr>
          <a:xfrm>
            <a:off x="3514809" y="450181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B65F00"/>
                </a:solidFill>
                <a:latin typeface="Arial"/>
              </a:rPr>
              <a:t>$0.052 / 4.2s</a:t>
            </a:r>
            <a:endParaRPr lang="en-US" sz="533"/>
          </a:p>
        </p:txBody>
      </p:sp>
      <p:sp>
        <p:nvSpPr>
          <p:cNvPr id="70" name="Text 69">
            <a:extLst>
              <a:ext uri="{FF2B5EF4-FFF2-40B4-BE49-F238E27FC236}">
                <a16:creationId xmlns:a16="http://schemas.microsoft.com/office/drawing/2014/main" id="{DD411F06-B0C5-208B-47D9-638363143E5C}"/>
              </a:ext>
            </a:extLst>
          </p:cNvPr>
          <p:cNvSpPr txBox="1"/>
          <p:nvPr/>
        </p:nvSpPr>
        <p:spPr>
          <a:xfrm>
            <a:off x="497289" y="462182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b="1" dirty="0">
                <a:solidFill>
                  <a:srgbClr val="172033"/>
                </a:solidFill>
                <a:latin typeface="Arial"/>
              </a:rPr>
              <a:t>Decision</a:t>
            </a:r>
            <a:endParaRPr lang="en-US" sz="544"/>
          </a:p>
        </p:txBody>
      </p:sp>
      <p:sp>
        <p:nvSpPr>
          <p:cNvPr id="71" name="Text 70">
            <a:extLst>
              <a:ext uri="{FF2B5EF4-FFF2-40B4-BE49-F238E27FC236}">
                <a16:creationId xmlns:a16="http://schemas.microsoft.com/office/drawing/2014/main" id="{4DE74D75-105C-7829-4D9A-6BB1A8B04A5D}"/>
              </a:ext>
            </a:extLst>
          </p:cNvPr>
          <p:cNvSpPr txBox="1"/>
          <p:nvPr/>
        </p:nvSpPr>
        <p:spPr>
          <a:xfrm>
            <a:off x="2513541" y="462182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Baseline</a:t>
            </a:r>
            <a:endParaRPr lang="en-US" sz="544"/>
          </a:p>
        </p:txBody>
      </p:sp>
      <p:sp>
        <p:nvSpPr>
          <p:cNvPr id="72" name="Text 71">
            <a:extLst>
              <a:ext uri="{FF2B5EF4-FFF2-40B4-BE49-F238E27FC236}">
                <a16:creationId xmlns:a16="http://schemas.microsoft.com/office/drawing/2014/main" id="{8E6E16FC-DB5B-F975-4BE1-5DA2B619377C}"/>
              </a:ext>
            </a:extLst>
          </p:cNvPr>
          <p:cNvSpPr txBox="1"/>
          <p:nvPr/>
        </p:nvSpPr>
        <p:spPr>
          <a:xfrm>
            <a:off x="3514809" y="462182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b="1" dirty="0">
                <a:solidFill>
                  <a:srgbClr val="168653"/>
                </a:solidFill>
                <a:latin typeface="Arial"/>
              </a:rPr>
              <a:t>Weigh quality vs. cost</a:t>
            </a:r>
            <a:endParaRPr lang="en-US" sz="533"/>
          </a:p>
        </p:txBody>
      </p:sp>
      <p:sp>
        <p:nvSpPr>
          <p:cNvPr id="73" name="Shape 72">
            <a:extLst>
              <a:ext uri="{FF2B5EF4-FFF2-40B4-BE49-F238E27FC236}">
                <a16:creationId xmlns:a16="http://schemas.microsoft.com/office/drawing/2014/main" id="{7243964A-CDEE-36FF-48B9-1531447D3BB3}"/>
              </a:ext>
            </a:extLst>
          </p:cNvPr>
          <p:cNvSpPr/>
          <p:nvPr/>
        </p:nvSpPr>
        <p:spPr>
          <a:xfrm>
            <a:off x="4660095" y="3562266"/>
            <a:ext cx="4114800" cy="12755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B3B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4" name="Shape 73">
            <a:extLst>
              <a:ext uri="{FF2B5EF4-FFF2-40B4-BE49-F238E27FC236}">
                <a16:creationId xmlns:a16="http://schemas.microsoft.com/office/drawing/2014/main" id="{6355831F-C21A-5814-ACC1-6B27021438DA}"/>
              </a:ext>
            </a:extLst>
          </p:cNvPr>
          <p:cNvSpPr/>
          <p:nvPr/>
        </p:nvSpPr>
        <p:spPr>
          <a:xfrm>
            <a:off x="4660095" y="3562266"/>
            <a:ext cx="4114800" cy="219456"/>
          </a:xfrm>
          <a:prstGeom prst="roundRect">
            <a:avLst/>
          </a:prstGeom>
          <a:solidFill>
            <a:srgbClr val="FDEAEA"/>
          </a:solidFill>
          <a:ln w="12700">
            <a:solidFill>
              <a:srgbClr val="FDEAEA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75" name="Text 74">
            <a:extLst>
              <a:ext uri="{FF2B5EF4-FFF2-40B4-BE49-F238E27FC236}">
                <a16:creationId xmlns:a16="http://schemas.microsoft.com/office/drawing/2014/main" id="{D1EB22DD-245E-DB5D-D072-754BC3868566}"/>
              </a:ext>
            </a:extLst>
          </p:cNvPr>
          <p:cNvSpPr txBox="1"/>
          <p:nvPr/>
        </p:nvSpPr>
        <p:spPr>
          <a:xfrm>
            <a:off x="4783539" y="3603414"/>
            <a:ext cx="3867912" cy="123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20" b="1" dirty="0">
                <a:solidFill>
                  <a:srgbClr val="C83B3B"/>
                </a:solidFill>
                <a:latin typeface="Arial"/>
              </a:rPr>
              <a:t>PROMPT CHANGE — REGRESSION REQUIRES INVESTIGATION</a:t>
            </a:r>
            <a:endParaRPr lang="en-US" sz="720"/>
          </a:p>
        </p:txBody>
      </p:sp>
      <p:sp>
        <p:nvSpPr>
          <p:cNvPr id="76" name="Text 75">
            <a:extLst>
              <a:ext uri="{FF2B5EF4-FFF2-40B4-BE49-F238E27FC236}">
                <a16:creationId xmlns:a16="http://schemas.microsoft.com/office/drawing/2014/main" id="{4A4B2724-17C6-3644-DAE6-0DCA23DED858}"/>
              </a:ext>
            </a:extLst>
          </p:cNvPr>
          <p:cNvSpPr txBox="1"/>
          <p:nvPr/>
        </p:nvSpPr>
        <p:spPr>
          <a:xfrm>
            <a:off x="4783539" y="3829728"/>
            <a:ext cx="181737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85" b="1" dirty="0">
                <a:solidFill>
                  <a:srgbClr val="172033"/>
                </a:solidFill>
                <a:latin typeface="Arial"/>
              </a:rPr>
              <a:t>Result</a:t>
            </a:r>
            <a:endParaRPr lang="en-US" sz="585"/>
          </a:p>
        </p:txBody>
      </p:sp>
      <p:sp>
        <p:nvSpPr>
          <p:cNvPr id="77" name="Text 76">
            <a:extLst>
              <a:ext uri="{FF2B5EF4-FFF2-40B4-BE49-F238E27FC236}">
                <a16:creationId xmlns:a16="http://schemas.microsoft.com/office/drawing/2014/main" id="{A2EB7E74-2EBF-4005-3B98-ED4AB9915093}"/>
              </a:ext>
            </a:extLst>
          </p:cNvPr>
          <p:cNvSpPr txBox="1"/>
          <p:nvPr/>
        </p:nvSpPr>
        <p:spPr>
          <a:xfrm>
            <a:off x="6799791" y="3829728"/>
            <a:ext cx="994410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172033"/>
                </a:solidFill>
                <a:latin typeface="Arial"/>
              </a:rPr>
              <a:t>Prompt v1</a:t>
            </a:r>
            <a:endParaRPr lang="en-US" sz="585"/>
          </a:p>
        </p:txBody>
      </p:sp>
      <p:sp>
        <p:nvSpPr>
          <p:cNvPr id="78" name="Text 77">
            <a:extLst>
              <a:ext uri="{FF2B5EF4-FFF2-40B4-BE49-F238E27FC236}">
                <a16:creationId xmlns:a16="http://schemas.microsoft.com/office/drawing/2014/main" id="{703BF9BF-0F3A-CB04-22CB-09A1BF598798}"/>
              </a:ext>
            </a:extLst>
          </p:cNvPr>
          <p:cNvSpPr txBox="1"/>
          <p:nvPr/>
        </p:nvSpPr>
        <p:spPr>
          <a:xfrm>
            <a:off x="7897071" y="3829728"/>
            <a:ext cx="740664" cy="116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85" b="1" dirty="0">
                <a:solidFill>
                  <a:srgbClr val="C83B3B"/>
                </a:solidFill>
                <a:latin typeface="Arial"/>
              </a:rPr>
              <a:t>Prompt v2</a:t>
            </a:r>
            <a:endParaRPr lang="en-US" sz="585"/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824558BE-8DD2-751F-808A-81DD06A753BC}"/>
              </a:ext>
            </a:extLst>
          </p:cNvPr>
          <p:cNvCxnSpPr/>
          <p:nvPr/>
        </p:nvCxnSpPr>
        <p:spPr>
          <a:xfrm>
            <a:off x="4783539" y="3973746"/>
            <a:ext cx="3867912" cy="0"/>
          </a:xfrm>
          <a:prstGeom prst="line">
            <a:avLst/>
          </a:prstGeom>
          <a:ln w="8890">
            <a:solidFill>
              <a:srgbClr val="D8DEE8"/>
            </a:solidFill>
            <a:tailEnd type="none"/>
          </a:ln>
        </p:spPr>
      </p:cxnSp>
      <p:sp>
        <p:nvSpPr>
          <p:cNvPr id="80" name="Text 79">
            <a:extLst>
              <a:ext uri="{FF2B5EF4-FFF2-40B4-BE49-F238E27FC236}">
                <a16:creationId xmlns:a16="http://schemas.microsoft.com/office/drawing/2014/main" id="{14AB2F89-9AC0-11FE-8ED9-58D9792A82AC}"/>
              </a:ext>
            </a:extLst>
          </p:cNvPr>
          <p:cNvSpPr txBox="1"/>
          <p:nvPr/>
        </p:nvSpPr>
        <p:spPr>
          <a:xfrm>
            <a:off x="4783539" y="402175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Scenarios passed</a:t>
            </a:r>
            <a:endParaRPr lang="en-US" sz="544"/>
          </a:p>
        </p:txBody>
      </p:sp>
      <p:sp>
        <p:nvSpPr>
          <p:cNvPr id="81" name="Text 80">
            <a:extLst>
              <a:ext uri="{FF2B5EF4-FFF2-40B4-BE49-F238E27FC236}">
                <a16:creationId xmlns:a16="http://schemas.microsoft.com/office/drawing/2014/main" id="{0B5906D4-AEB0-0D1B-F7FA-D336C8835421}"/>
              </a:ext>
            </a:extLst>
          </p:cNvPr>
          <p:cNvSpPr txBox="1"/>
          <p:nvPr/>
        </p:nvSpPr>
        <p:spPr>
          <a:xfrm>
            <a:off x="6799791" y="402175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9/10</a:t>
            </a:r>
            <a:endParaRPr lang="en-US" sz="544"/>
          </a:p>
        </p:txBody>
      </p:sp>
      <p:sp>
        <p:nvSpPr>
          <p:cNvPr id="82" name="Text 81">
            <a:extLst>
              <a:ext uri="{FF2B5EF4-FFF2-40B4-BE49-F238E27FC236}">
                <a16:creationId xmlns:a16="http://schemas.microsoft.com/office/drawing/2014/main" id="{C6F95214-7EED-172D-D689-E0D626D517B7}"/>
              </a:ext>
            </a:extLst>
          </p:cNvPr>
          <p:cNvSpPr txBox="1"/>
          <p:nvPr/>
        </p:nvSpPr>
        <p:spPr>
          <a:xfrm>
            <a:off x="7801059" y="402175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C83B3B"/>
                </a:solidFill>
                <a:latin typeface="Arial"/>
              </a:rPr>
              <a:t>7/10</a:t>
            </a:r>
            <a:endParaRPr lang="en-US" sz="533"/>
          </a:p>
        </p:txBody>
      </p:sp>
      <p:sp>
        <p:nvSpPr>
          <p:cNvPr id="83" name="Text 82">
            <a:extLst>
              <a:ext uri="{FF2B5EF4-FFF2-40B4-BE49-F238E27FC236}">
                <a16:creationId xmlns:a16="http://schemas.microsoft.com/office/drawing/2014/main" id="{C48451EF-BCEF-7327-74CE-3C988675DFB3}"/>
              </a:ext>
            </a:extLst>
          </p:cNvPr>
          <p:cNvSpPr txBox="1"/>
          <p:nvPr/>
        </p:nvSpPr>
        <p:spPr>
          <a:xfrm>
            <a:off x="4783539" y="414176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Correct routing / trajectory</a:t>
            </a:r>
            <a:endParaRPr lang="en-US" sz="544"/>
          </a:p>
        </p:txBody>
      </p:sp>
      <p:sp>
        <p:nvSpPr>
          <p:cNvPr id="84" name="Text 83">
            <a:extLst>
              <a:ext uri="{FF2B5EF4-FFF2-40B4-BE49-F238E27FC236}">
                <a16:creationId xmlns:a16="http://schemas.microsoft.com/office/drawing/2014/main" id="{633699AB-1E1B-B5CD-180E-F95FBA33A180}"/>
              </a:ext>
            </a:extLst>
          </p:cNvPr>
          <p:cNvSpPr txBox="1"/>
          <p:nvPr/>
        </p:nvSpPr>
        <p:spPr>
          <a:xfrm>
            <a:off x="6799791" y="414176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100% / 90%</a:t>
            </a:r>
            <a:endParaRPr lang="en-US" sz="544"/>
          </a:p>
        </p:txBody>
      </p:sp>
      <p:sp>
        <p:nvSpPr>
          <p:cNvPr id="85" name="Text 84">
            <a:extLst>
              <a:ext uri="{FF2B5EF4-FFF2-40B4-BE49-F238E27FC236}">
                <a16:creationId xmlns:a16="http://schemas.microsoft.com/office/drawing/2014/main" id="{1E7D5158-BDBE-F74C-B136-987B47749331}"/>
              </a:ext>
            </a:extLst>
          </p:cNvPr>
          <p:cNvSpPr txBox="1"/>
          <p:nvPr/>
        </p:nvSpPr>
        <p:spPr>
          <a:xfrm>
            <a:off x="7801059" y="414176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C83B3B"/>
                </a:solidFill>
                <a:latin typeface="Arial"/>
              </a:rPr>
              <a:t>80% / 70%</a:t>
            </a:r>
            <a:endParaRPr lang="en-US" sz="533"/>
          </a:p>
        </p:txBody>
      </p:sp>
      <p:sp>
        <p:nvSpPr>
          <p:cNvPr id="86" name="Text 85">
            <a:extLst>
              <a:ext uri="{FF2B5EF4-FFF2-40B4-BE49-F238E27FC236}">
                <a16:creationId xmlns:a16="http://schemas.microsoft.com/office/drawing/2014/main" id="{B301CB49-CEDD-5016-5D61-BF5EF522F3B7}"/>
              </a:ext>
            </a:extLst>
          </p:cNvPr>
          <p:cNvSpPr txBox="1"/>
          <p:nvPr/>
        </p:nvSpPr>
        <p:spPr>
          <a:xfrm>
            <a:off x="4783539" y="426178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Structured output</a:t>
            </a:r>
            <a:endParaRPr lang="en-US" sz="544"/>
          </a:p>
        </p:txBody>
      </p:sp>
      <p:sp>
        <p:nvSpPr>
          <p:cNvPr id="87" name="Text 86">
            <a:extLst>
              <a:ext uri="{FF2B5EF4-FFF2-40B4-BE49-F238E27FC236}">
                <a16:creationId xmlns:a16="http://schemas.microsoft.com/office/drawing/2014/main" id="{C736B75C-2FEA-C6A2-97C6-C39F0AD3DE35}"/>
              </a:ext>
            </a:extLst>
          </p:cNvPr>
          <p:cNvSpPr txBox="1"/>
          <p:nvPr/>
        </p:nvSpPr>
        <p:spPr>
          <a:xfrm>
            <a:off x="6799791" y="426178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100%</a:t>
            </a:r>
            <a:endParaRPr lang="en-US" sz="544"/>
          </a:p>
        </p:txBody>
      </p:sp>
      <p:sp>
        <p:nvSpPr>
          <p:cNvPr id="88" name="Text 87">
            <a:extLst>
              <a:ext uri="{FF2B5EF4-FFF2-40B4-BE49-F238E27FC236}">
                <a16:creationId xmlns:a16="http://schemas.microsoft.com/office/drawing/2014/main" id="{E78CD9E6-C5B0-DEE7-0794-54CF46B809C6}"/>
              </a:ext>
            </a:extLst>
          </p:cNvPr>
          <p:cNvSpPr txBox="1"/>
          <p:nvPr/>
        </p:nvSpPr>
        <p:spPr>
          <a:xfrm>
            <a:off x="7801059" y="426178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C83B3B"/>
                </a:solidFill>
                <a:latin typeface="Arial"/>
              </a:rPr>
              <a:t>90%</a:t>
            </a:r>
            <a:endParaRPr lang="en-US" sz="533"/>
          </a:p>
        </p:txBody>
      </p:sp>
      <p:sp>
        <p:nvSpPr>
          <p:cNvPr id="89" name="Text 88">
            <a:extLst>
              <a:ext uri="{FF2B5EF4-FFF2-40B4-BE49-F238E27FC236}">
                <a16:creationId xmlns:a16="http://schemas.microsoft.com/office/drawing/2014/main" id="{7C0E4293-4A67-5C10-8068-B50CE4BD5DAA}"/>
              </a:ext>
            </a:extLst>
          </p:cNvPr>
          <p:cNvSpPr txBox="1"/>
          <p:nvPr/>
        </p:nvSpPr>
        <p:spPr>
          <a:xfrm>
            <a:off x="4783539" y="438179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Average API calls</a:t>
            </a:r>
            <a:endParaRPr lang="en-US" sz="544"/>
          </a:p>
        </p:txBody>
      </p:sp>
      <p:sp>
        <p:nvSpPr>
          <p:cNvPr id="90" name="Text 89">
            <a:extLst>
              <a:ext uri="{FF2B5EF4-FFF2-40B4-BE49-F238E27FC236}">
                <a16:creationId xmlns:a16="http://schemas.microsoft.com/office/drawing/2014/main" id="{E9569D39-81EB-E595-6E90-22A8D826328A}"/>
              </a:ext>
            </a:extLst>
          </p:cNvPr>
          <p:cNvSpPr txBox="1"/>
          <p:nvPr/>
        </p:nvSpPr>
        <p:spPr>
          <a:xfrm>
            <a:off x="6799791" y="438179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2.6</a:t>
            </a:r>
            <a:endParaRPr lang="en-US" sz="544"/>
          </a:p>
        </p:txBody>
      </p:sp>
      <p:sp>
        <p:nvSpPr>
          <p:cNvPr id="91" name="Text 90">
            <a:extLst>
              <a:ext uri="{FF2B5EF4-FFF2-40B4-BE49-F238E27FC236}">
                <a16:creationId xmlns:a16="http://schemas.microsoft.com/office/drawing/2014/main" id="{23D3D3BE-0359-B166-B933-EB94E20418B8}"/>
              </a:ext>
            </a:extLst>
          </p:cNvPr>
          <p:cNvSpPr txBox="1"/>
          <p:nvPr/>
        </p:nvSpPr>
        <p:spPr>
          <a:xfrm>
            <a:off x="7801059" y="438179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C83B3B"/>
                </a:solidFill>
                <a:latin typeface="Arial"/>
              </a:rPr>
              <a:t>3.4</a:t>
            </a:r>
            <a:endParaRPr lang="en-US" sz="533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B6DBCD31-43B6-001E-345B-D701006C51BB}"/>
              </a:ext>
            </a:extLst>
          </p:cNvPr>
          <p:cNvSpPr txBox="1"/>
          <p:nvPr/>
        </p:nvSpPr>
        <p:spPr>
          <a:xfrm>
            <a:off x="4783539" y="4501812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dirty="0">
                <a:solidFill>
                  <a:srgbClr val="172033"/>
                </a:solidFill>
                <a:latin typeface="Arial"/>
              </a:rPr>
              <a:t>Cost / latency</a:t>
            </a:r>
            <a:endParaRPr lang="en-US" sz="544"/>
          </a:p>
        </p:txBody>
      </p:sp>
      <p:sp>
        <p:nvSpPr>
          <p:cNvPr id="93" name="Text 92">
            <a:extLst>
              <a:ext uri="{FF2B5EF4-FFF2-40B4-BE49-F238E27FC236}">
                <a16:creationId xmlns:a16="http://schemas.microsoft.com/office/drawing/2014/main" id="{002B5F70-98F1-ACF4-7BF5-EEDEB986FF26}"/>
              </a:ext>
            </a:extLst>
          </p:cNvPr>
          <p:cNvSpPr txBox="1"/>
          <p:nvPr/>
        </p:nvSpPr>
        <p:spPr>
          <a:xfrm>
            <a:off x="6799791" y="4501812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$0.030 / 3.2s</a:t>
            </a:r>
            <a:endParaRPr lang="en-US" sz="544"/>
          </a:p>
        </p:txBody>
      </p:sp>
      <p:sp>
        <p:nvSpPr>
          <p:cNvPr id="94" name="Text 93">
            <a:extLst>
              <a:ext uri="{FF2B5EF4-FFF2-40B4-BE49-F238E27FC236}">
                <a16:creationId xmlns:a16="http://schemas.microsoft.com/office/drawing/2014/main" id="{2D649486-B2EA-ED79-E4FB-33336B8BC510}"/>
              </a:ext>
            </a:extLst>
          </p:cNvPr>
          <p:cNvSpPr txBox="1"/>
          <p:nvPr/>
        </p:nvSpPr>
        <p:spPr>
          <a:xfrm>
            <a:off x="7801059" y="4501812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dirty="0">
                <a:solidFill>
                  <a:srgbClr val="C83B3B"/>
                </a:solidFill>
                <a:latin typeface="Arial"/>
              </a:rPr>
              <a:t>$0.039 / 4.6s</a:t>
            </a:r>
            <a:endParaRPr lang="en-US" sz="533"/>
          </a:p>
        </p:txBody>
      </p:sp>
      <p:sp>
        <p:nvSpPr>
          <p:cNvPr id="95" name="Text 94">
            <a:extLst>
              <a:ext uri="{FF2B5EF4-FFF2-40B4-BE49-F238E27FC236}">
                <a16:creationId xmlns:a16="http://schemas.microsoft.com/office/drawing/2014/main" id="{91010756-5CFA-10C4-D93A-F3C4C5191113}"/>
              </a:ext>
            </a:extLst>
          </p:cNvPr>
          <p:cNvSpPr txBox="1"/>
          <p:nvPr/>
        </p:nvSpPr>
        <p:spPr>
          <a:xfrm>
            <a:off x="4783539" y="4621827"/>
            <a:ext cx="185166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544" b="1" dirty="0">
                <a:solidFill>
                  <a:srgbClr val="172033"/>
                </a:solidFill>
                <a:latin typeface="Arial"/>
              </a:rPr>
              <a:t>Decision</a:t>
            </a:r>
            <a:endParaRPr lang="en-US" sz="544"/>
          </a:p>
        </p:txBody>
      </p:sp>
      <p:sp>
        <p:nvSpPr>
          <p:cNvPr id="96" name="Text 95">
            <a:extLst>
              <a:ext uri="{FF2B5EF4-FFF2-40B4-BE49-F238E27FC236}">
                <a16:creationId xmlns:a16="http://schemas.microsoft.com/office/drawing/2014/main" id="{AB8246CF-A79B-21D8-2C88-A86708709A77}"/>
              </a:ext>
            </a:extLst>
          </p:cNvPr>
          <p:cNvSpPr txBox="1"/>
          <p:nvPr/>
        </p:nvSpPr>
        <p:spPr>
          <a:xfrm>
            <a:off x="6799791" y="4621827"/>
            <a:ext cx="994410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44" dirty="0">
                <a:solidFill>
                  <a:srgbClr val="5F6B7A"/>
                </a:solidFill>
                <a:latin typeface="Arial"/>
              </a:rPr>
              <a:t>Current version</a:t>
            </a:r>
            <a:endParaRPr lang="en-US" sz="544"/>
          </a:p>
        </p:txBody>
      </p:sp>
      <p:sp>
        <p:nvSpPr>
          <p:cNvPr id="97" name="Text 96">
            <a:extLst>
              <a:ext uri="{FF2B5EF4-FFF2-40B4-BE49-F238E27FC236}">
                <a16:creationId xmlns:a16="http://schemas.microsoft.com/office/drawing/2014/main" id="{8015128D-C97B-6FA2-34B0-7DB07964EC91}"/>
              </a:ext>
            </a:extLst>
          </p:cNvPr>
          <p:cNvSpPr txBox="1"/>
          <p:nvPr/>
        </p:nvSpPr>
        <p:spPr>
          <a:xfrm>
            <a:off x="7801059" y="4621827"/>
            <a:ext cx="946404" cy="96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533" b="1" dirty="0">
                <a:solidFill>
                  <a:srgbClr val="C83B3B"/>
                </a:solidFill>
                <a:latin typeface="Arial"/>
              </a:rPr>
              <a:t>Investigate — do not release</a:t>
            </a:r>
            <a:endParaRPr lang="en-US" sz="533"/>
          </a:p>
        </p:txBody>
      </p:sp>
      <p:sp>
        <p:nvSpPr>
          <p:cNvPr id="98" name="Shape 97">
            <a:extLst>
              <a:ext uri="{FF2B5EF4-FFF2-40B4-BE49-F238E27FC236}">
                <a16:creationId xmlns:a16="http://schemas.microsoft.com/office/drawing/2014/main" id="{C244DAEF-5DB2-DC73-A775-A59132B682BD}"/>
              </a:ext>
            </a:extLst>
          </p:cNvPr>
          <p:cNvSpPr/>
          <p:nvPr/>
        </p:nvSpPr>
        <p:spPr>
          <a:xfrm>
            <a:off x="2057400" y="4920150"/>
            <a:ext cx="5002824" cy="157734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/>
          <a:lstStyle/>
          <a:p>
            <a:endParaRPr lang="en-US" sz="1350"/>
          </a:p>
        </p:txBody>
      </p:sp>
      <p:sp>
        <p:nvSpPr>
          <p:cNvPr id="99" name="Text 98">
            <a:extLst>
              <a:ext uri="{FF2B5EF4-FFF2-40B4-BE49-F238E27FC236}">
                <a16:creationId xmlns:a16="http://schemas.microsoft.com/office/drawing/2014/main" id="{C3FD9F89-5F08-9F0D-99B2-55828A431A53}"/>
              </a:ext>
            </a:extLst>
          </p:cNvPr>
          <p:cNvSpPr txBox="1"/>
          <p:nvPr/>
        </p:nvSpPr>
        <p:spPr>
          <a:xfrm>
            <a:off x="2107342" y="4943364"/>
            <a:ext cx="4929315" cy="1215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653" b="1" dirty="0">
                <a:solidFill>
                  <a:srgbClr val="172033"/>
                </a:solidFill>
                <a:latin typeface="Arial"/>
              </a:rPr>
              <a:t>Benchmarking makes change measurable: compare quality, safety, cost, and latency before deciding whether to release.</a:t>
            </a:r>
            <a:endParaRPr lang="en-US" sz="653" b="1" dirty="0"/>
          </a:p>
        </p:txBody>
      </p:sp>
    </p:spTree>
    <p:extLst>
      <p:ext uri="{BB962C8B-B14F-4D97-AF65-F5344CB8AC3E}">
        <p14:creationId xmlns:p14="http://schemas.microsoft.com/office/powerpoint/2010/main" val="2199886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4B8A6">
              <a:alpha val="7000"/>
            </a:srgbClr>
          </a:solidFill>
          <a:ln w="12700">
            <a:solidFill>
              <a:srgbClr val="14B8A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3716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curiosity and a lot of tokens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0030" y="171450"/>
            <a:ext cx="1714500" cy="260604"/>
          </a:xfrm>
          <a:prstGeom prst="roundRect">
            <a:avLst/>
          </a:prstGeom>
          <a:solidFill>
            <a:srgbClr val="21B8BE"/>
          </a:solidFill>
          <a:ln>
            <a:solidFill>
              <a:srgbClr val="21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 · HOW TO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0031" y="480060"/>
            <a:ext cx="35611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142E57"/>
                </a:solidFill>
                <a:latin typeface="Aptos"/>
              </a:rPr>
              <a:t>How the Methods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746" y="754381"/>
            <a:ext cx="3111749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i="1">
                <a:solidFill>
                  <a:srgbClr val="5C697D"/>
                </a:solidFill>
                <a:latin typeface="Aptos"/>
              </a:rPr>
              <a:t>Different artifacts from one run are routed to different evaluators.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5070" y="994410"/>
            <a:ext cx="2263140" cy="34290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Scenario from validation set</a:t>
            </a:r>
          </a:p>
          <a:p>
            <a:pPr>
              <a:spcBef>
                <a:spcPts val="150"/>
              </a:spcBef>
            </a:pPr>
            <a:r>
              <a:rPr sz="720">
                <a:solidFill>
                  <a:srgbClr val="5C697D"/>
                </a:solidFill>
                <a:latin typeface="Aptos"/>
              </a:rPr>
              <a:t>“Case 17: user request with approval required”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610" y="1062990"/>
            <a:ext cx="2057400" cy="2263140"/>
          </a:xfrm>
          <a:prstGeom prst="roundRect">
            <a:avLst/>
          </a:prstGeom>
          <a:solidFill>
            <a:srgbClr val="FFFF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350" b="1">
                <a:solidFill>
                  <a:srgbClr val="142E57"/>
                </a:solidFill>
                <a:latin typeface="Aptos"/>
              </a:rPr>
              <a:t>Agent run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Input: user request + context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Processing: plan, tool calls, decisions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Output artifacts: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final response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trace / tool-call log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final system state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usage + latency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1131570"/>
            <a:ext cx="1234440" cy="37719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Final response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66010" y="0"/>
            <a:ext cx="308610" cy="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74620" y="1611630"/>
            <a:ext cx="1234440" cy="37719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Trace / tool log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6010" y="0"/>
            <a:ext cx="308610" cy="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74620" y="2091690"/>
            <a:ext cx="1234440" cy="37719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System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66010" y="0"/>
            <a:ext cx="308610" cy="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74620" y="2571750"/>
            <a:ext cx="1234440" cy="37719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Usage 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66010" y="0"/>
            <a:ext cx="308610" cy="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83380" y="1062990"/>
            <a:ext cx="216027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Code checks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Evaluates: system state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Output: PASS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Why: final_state == "ACTIVE"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3380" y="1062990"/>
            <a:ext cx="68580" cy="466344"/>
          </a:xfrm>
          <a:prstGeom prst="rect">
            <a:avLst/>
          </a:prstGeom>
          <a:solidFill>
            <a:srgbClr val="2C7BE5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ounded Rectangle 16"/>
          <p:cNvSpPr/>
          <p:nvPr/>
        </p:nvSpPr>
        <p:spPr>
          <a:xfrm>
            <a:off x="4183380" y="1611630"/>
            <a:ext cx="216027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Trace checks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Evaluates: tool order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Output: FAIL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Why: approval step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3380" y="1611630"/>
            <a:ext cx="68580" cy="466344"/>
          </a:xfrm>
          <a:prstGeom prst="rect">
            <a:avLst/>
          </a:prstGeom>
          <a:solidFill>
            <a:srgbClr val="21B8BE"/>
          </a:solidFill>
          <a:ln>
            <a:solidFill>
              <a:srgbClr val="21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ounded Rectangle 18"/>
          <p:cNvSpPr/>
          <p:nvPr/>
        </p:nvSpPr>
        <p:spPr>
          <a:xfrm>
            <a:off x="4183380" y="2160270"/>
            <a:ext cx="216027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LLM judge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Evaluates: quality of reply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Output: 4/5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Why: clear, but incomplete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3380" y="2160270"/>
            <a:ext cx="68580" cy="466344"/>
          </a:xfrm>
          <a:prstGeom prst="rect">
            <a:avLst/>
          </a:prstGeom>
          <a:solidFill>
            <a:srgbClr val="7A5DFF"/>
          </a:solidFill>
          <a:ln>
            <a:solidFill>
              <a:srgbClr val="7A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ounded Rectangle 20"/>
          <p:cNvSpPr/>
          <p:nvPr/>
        </p:nvSpPr>
        <p:spPr>
          <a:xfrm>
            <a:off x="4183380" y="2708910"/>
            <a:ext cx="216027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Human review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Evaluates: edge-case appropriateness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Output: Review not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3380" y="2708910"/>
            <a:ext cx="68580" cy="466344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ounded Rectangle 22"/>
          <p:cNvSpPr/>
          <p:nvPr/>
        </p:nvSpPr>
        <p:spPr>
          <a:xfrm>
            <a:off x="4183380" y="3257550"/>
            <a:ext cx="216027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975" b="1">
                <a:solidFill>
                  <a:srgbClr val="142E57"/>
                </a:solidFill>
                <a:latin typeface="Aptos"/>
              </a:rPr>
              <a:t>Metrics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Evaluates: cost / latency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Output: PASS</a:t>
            </a:r>
          </a:p>
          <a:p>
            <a:pPr>
              <a:spcBef>
                <a:spcPts val="150"/>
              </a:spcBef>
            </a:pPr>
            <a:r>
              <a:rPr sz="705">
                <a:solidFill>
                  <a:srgbClr val="5C697D"/>
                </a:solidFill>
                <a:latin typeface="Aptos"/>
              </a:rPr>
              <a:t>Why: $0.09, 6.8s, 5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3380" y="3257550"/>
            <a:ext cx="68580" cy="466344"/>
          </a:xfrm>
          <a:prstGeom prst="rect">
            <a:avLst/>
          </a:prstGeom>
          <a:solidFill>
            <a:srgbClr val="36B37E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5" name="Connector 24"/>
          <p:cNvCxnSpPr/>
          <p:nvPr/>
        </p:nvCxnSpPr>
        <p:spPr>
          <a:xfrm>
            <a:off x="3922776" y="1316736"/>
            <a:ext cx="226314" cy="1049274"/>
          </a:xfrm>
          <a:prstGeom prst="line">
            <a:avLst/>
          </a:prstGeom>
          <a:ln w="19050">
            <a:solidFill>
              <a:srgbClr val="7A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22776" y="1316737"/>
            <a:ext cx="226314" cy="1611629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22776" y="1796796"/>
            <a:ext cx="226314" cy="48006"/>
          </a:xfrm>
          <a:prstGeom prst="line">
            <a:avLst/>
          </a:prstGeom>
          <a:ln w="19050">
            <a:solidFill>
              <a:srgbClr val="21B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22776" y="1296162"/>
            <a:ext cx="226314" cy="980694"/>
          </a:xfrm>
          <a:prstGeom prst="line">
            <a:avLst/>
          </a:prstGeom>
          <a:ln w="1905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22776" y="2756916"/>
            <a:ext cx="226314" cy="733807"/>
          </a:xfrm>
          <a:prstGeom prst="line">
            <a:avLst/>
          </a:prstGeom>
          <a:ln w="19050">
            <a:solidFill>
              <a:srgbClr val="36B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17970" y="1371600"/>
            <a:ext cx="2057400" cy="1920240"/>
          </a:xfrm>
          <a:prstGeom prst="roundRect">
            <a:avLst/>
          </a:prstGeom>
          <a:solidFill>
            <a:srgbClr val="F8FB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75" b="1">
                <a:solidFill>
                  <a:srgbClr val="142E57"/>
                </a:solidFill>
                <a:latin typeface="Aptos"/>
              </a:rPr>
              <a:t>Final judgment on this run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Outcome / code checks: PASS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Trace checks: FAIL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LLM judge: 4/5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Metrics: PASS</a:t>
            </a:r>
          </a:p>
          <a:p>
            <a:pPr>
              <a:spcBef>
                <a:spcPts val="150"/>
              </a:spcBef>
            </a:pPr>
            <a:endParaRPr sz="825">
              <a:solidFill>
                <a:srgbClr val="5C697D"/>
              </a:solidFill>
              <a:latin typeface="Aptos"/>
            </a:endParaRP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Overall decision: FAIL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Reason: a required process step was skipped, so a hard safety gate failed.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64224" y="1296162"/>
            <a:ext cx="205740" cy="1049274"/>
          </a:xfrm>
          <a:prstGeom prst="line">
            <a:avLst/>
          </a:prstGeom>
          <a:ln w="1651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64224" y="1844802"/>
            <a:ext cx="205740" cy="500634"/>
          </a:xfrm>
          <a:prstGeom prst="line">
            <a:avLst/>
          </a:prstGeom>
          <a:ln w="1651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364224" y="2345436"/>
            <a:ext cx="205740" cy="48006"/>
          </a:xfrm>
          <a:prstGeom prst="line">
            <a:avLst/>
          </a:prstGeom>
          <a:ln w="1651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364224" y="2345436"/>
            <a:ext cx="205740" cy="596646"/>
          </a:xfrm>
          <a:prstGeom prst="line">
            <a:avLst/>
          </a:prstGeom>
          <a:ln w="1651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364224" y="2345436"/>
            <a:ext cx="205740" cy="1145286"/>
          </a:xfrm>
          <a:prstGeom prst="line">
            <a:avLst/>
          </a:prstGeom>
          <a:ln w="1651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0030" y="171450"/>
            <a:ext cx="1714500" cy="260604"/>
          </a:xfrm>
          <a:prstGeom prst="roundRect">
            <a:avLst/>
          </a:prstGeom>
          <a:solidFill>
            <a:srgbClr val="21B8BE"/>
          </a:solidFill>
          <a:ln>
            <a:solidFill>
              <a:srgbClr val="21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 · HOW TO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0030" y="480060"/>
            <a:ext cx="30241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142E57"/>
                </a:solidFill>
                <a:latin typeface="Aptos"/>
              </a:rPr>
              <a:t>Benchmark / Validation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746" y="754381"/>
            <a:ext cx="4533613" cy="2192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25" i="1">
                <a:solidFill>
                  <a:srgbClr val="5C697D"/>
                </a:solidFill>
                <a:latin typeface="Aptos"/>
              </a:rPr>
              <a:t>A benchmark is the set of cases on which the agent is repeatedly tested; it is not the grader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1165860"/>
            <a:ext cx="2331720" cy="2708910"/>
          </a:xfrm>
          <a:prstGeom prst="roundRect">
            <a:avLst/>
          </a:prstGeom>
          <a:solidFill>
            <a:srgbClr val="FFFF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75" b="1">
                <a:solidFill>
                  <a:srgbClr val="142E57"/>
                </a:solidFill>
                <a:latin typeface="Aptos"/>
              </a:rPr>
              <a:t>Typical contents of a validation set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normal cases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edge cases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tool-failure cases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safety / policy cases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adversarial cases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expected outputs or behaviors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• graders and thresholds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268730"/>
            <a:ext cx="1371600" cy="54864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050" b="1">
                <a:solidFill>
                  <a:srgbClr val="142E57"/>
                </a:solidFill>
                <a:latin typeface="Aptos"/>
              </a:rPr>
              <a:t>1. Select scenario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e.g., Case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057400"/>
            <a:ext cx="1371600" cy="54864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050" b="1">
                <a:solidFill>
                  <a:srgbClr val="142E57"/>
                </a:solidFill>
                <a:latin typeface="Aptos"/>
              </a:rPr>
              <a:t>2. Run agent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produce artifacts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846070"/>
            <a:ext cx="1371600" cy="54864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050" b="1">
                <a:solidFill>
                  <a:srgbClr val="142E57"/>
                </a:solidFill>
                <a:latin typeface="Aptos"/>
              </a:rPr>
              <a:t>3. Apply graders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code + trace + judge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6310" y="2057400"/>
            <a:ext cx="1440180" cy="54864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050" b="1">
                <a:solidFill>
                  <a:srgbClr val="142E57"/>
                </a:solidFill>
                <a:latin typeface="Aptos"/>
              </a:rPr>
              <a:t>4. Compare versions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A vs B vs new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9390" y="2057400"/>
            <a:ext cx="1645920" cy="548640"/>
          </a:xfrm>
          <a:prstGeom prst="roundRect">
            <a:avLst/>
          </a:prstGeom>
          <a:solidFill>
            <a:srgbClr val="F8FB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ctr"/>
            <a:r>
              <a:rPr sz="1050" b="1">
                <a:solidFill>
                  <a:srgbClr val="142E57"/>
                </a:solidFill>
                <a:latin typeface="Aptos"/>
              </a:rPr>
              <a:t>5. Regression suite</a:t>
            </a:r>
          </a:p>
          <a:p>
            <a:pPr algn="ctr"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keep important failures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1831086"/>
            <a:ext cx="0" cy="198882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2619756"/>
            <a:ext cx="0" cy="20574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02836" y="2331720"/>
            <a:ext cx="363474" cy="78867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06490" y="2331720"/>
            <a:ext cx="322326" cy="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03470" y="3120390"/>
            <a:ext cx="3531870" cy="857250"/>
          </a:xfrm>
          <a:prstGeom prst="roundRect">
            <a:avLst/>
          </a:prstGeom>
          <a:solidFill>
            <a:srgbClr val="FFFFFF"/>
          </a:solidFill>
          <a:ln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7150" rIns="76200" bIns="57150" rtlCol="0" anchor="ctr"/>
          <a:lstStyle/>
          <a:p>
            <a:pPr algn="l"/>
            <a:r>
              <a:rPr sz="1200" b="1">
                <a:solidFill>
                  <a:srgbClr val="142E57"/>
                </a:solidFill>
                <a:latin typeface="Aptos"/>
              </a:rPr>
              <a:t>Continuous improvement loop</a:t>
            </a:r>
          </a:p>
          <a:p>
            <a:pPr>
              <a:spcBef>
                <a:spcPts val="150"/>
              </a:spcBef>
            </a:pPr>
            <a:r>
              <a:rPr sz="825">
                <a:solidFill>
                  <a:srgbClr val="5C697D"/>
                </a:solidFill>
                <a:latin typeface="Aptos"/>
              </a:rPr>
              <a:t>Production failure → add new case → re-run benchmark → prevent regressions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83380"/>
            <a:ext cx="819531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E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E57"/>
                </a:solidFill>
                <a:latin typeface="Aptos"/>
              </a:rPr>
              <a:t>Takeaway: the validation set defines what scenarios the agent faces; the graders determine how each run is scored.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82296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733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673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" y="21305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confidently produce incorrect information. Always verify critical facts. Use RAG (Retrieval-Augmented Generation) to ground responses in your data.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53619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536192"/>
            <a:ext cx="82296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733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673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56048" y="21305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sent to AI APIs may leave your network. Choose on-prem or private-cloud deployments for confidential information.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1480" y="32278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11480" y="3227832"/>
            <a:ext cx="82296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3649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33649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" y="38221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may stop thinking critically. AI should augment human judgment, not replace it — especially for strategic or ethical decisions.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32278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3227832"/>
            <a:ext cx="82296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6499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68112" y="33649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56048" y="38221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to legacy systems takes engineering effort. Start with low-risk pilots before enterprise-wide rollouts.</a:t>
            </a:r>
            <a:endParaRPr lang="en-US" sz="95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BA85B74-29FD-4042-AA51-6AA8AFF523AE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</a:t>
            </a:r>
            <a:r>
              <a:rPr lang="en-US" altLang="zh-CN" sz="700" b="1" dirty="0">
                <a:solidFill>
                  <a:srgbClr val="FFFFFF"/>
                </a:solidFill>
              </a:rPr>
              <a:t>2</a:t>
            </a:r>
            <a:r>
              <a:rPr lang="en-US" sz="700" b="1" dirty="0">
                <a:solidFill>
                  <a:srgbClr val="FFFFFF"/>
                </a:solidFill>
              </a:rPr>
              <a:t> · AGENTIC AI</a:t>
            </a:r>
            <a:r>
              <a:rPr lang="zh-CN" altLang="en-US" sz="700" b="1" dirty="0">
                <a:solidFill>
                  <a:srgbClr val="FFFFFF"/>
                </a:solidFill>
              </a:rPr>
              <a:t> </a:t>
            </a:r>
            <a:r>
              <a:rPr lang="en-US" altLang="zh-CN" sz="700" b="1" dirty="0">
                <a:solidFill>
                  <a:srgbClr val="FFFFFF"/>
                </a:solidFill>
              </a:rPr>
              <a:t>and Corporate Applications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3482</Words>
  <Application>Microsoft Macintosh PowerPoint</Application>
  <PresentationFormat>On-screen Show (16:9)</PresentationFormat>
  <Paragraphs>771</Paragraphs>
  <Slides>30</Slides>
  <Notes>27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&amp; Agentic AI — Knowledge Sharing</dc:title>
  <dc:subject>PptxGenJS Presentation</dc:subject>
  <dc:creator>PptxGenJS</dc:creator>
  <cp:lastModifiedBy>Zhenqi Yang</cp:lastModifiedBy>
  <cp:revision>5</cp:revision>
  <dcterms:created xsi:type="dcterms:W3CDTF">2026-04-05T21:33:43Z</dcterms:created>
  <dcterms:modified xsi:type="dcterms:W3CDTF">2026-08-07T01:47:30Z</dcterms:modified>
</cp:coreProperties>
</file>