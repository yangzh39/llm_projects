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Default Extension="svg" ContentType="image/svg+xml"/>
  <Default Extension="png" ContentType="image/png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6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Relationship Id="rId6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image" Target="../media/slide1.png"/>
 <Relationship Id="rId3" Type="http://schemas.openxmlformats.org/officeDocument/2006/relationships/image" Target="../media/slide1.svg"/>
</Relationships>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image" Target="../media/slide2.png"/>
 <Relationship Id="rId3" Type="http://schemas.openxmlformats.org/officeDocument/2006/relationships/image" Target="../media/slide2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cSld name="AI Evolution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proved slide visual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cSld name="AI Evolution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proved slide visual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